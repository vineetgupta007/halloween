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comments/modernComment_7FFFF8AB_87E680DF.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147481771" r:id="rId6"/>
    <p:sldId id="2147481770" r:id="rId7"/>
    <p:sldId id="2147481772" r:id="rId8"/>
    <p:sldId id="214748177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1907EF5-A8B2-721A-86E5-1668FFB58048}" name="Bloesch, Troy" initials="TB" userId="S::troybloesch@kpmg.com::d0937869-bb19-47f1-b7cb-e4344a41430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70B140-10D0-420E-880E-F547C947186E}" v="27" dt="2025-08-13T15:46:02.3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loesch, Troy" userId="d0937869-bb19-47f1-b7cb-e4344a414307" providerId="ADAL" clId="{1C70B140-10D0-420E-880E-F547C947186E}"/>
    <pc:docChg chg="undo custSel addSld delSld modSld sldOrd delMainMaster">
      <pc:chgData name="Bloesch, Troy" userId="d0937869-bb19-47f1-b7cb-e4344a414307" providerId="ADAL" clId="{1C70B140-10D0-420E-880E-F547C947186E}" dt="2025-08-13T15:46:24.163" v="925" actId="47"/>
      <pc:docMkLst>
        <pc:docMk/>
      </pc:docMkLst>
      <pc:sldChg chg="addSp delSp modSp mod modClrScheme chgLayout">
        <pc:chgData name="Bloesch, Troy" userId="d0937869-bb19-47f1-b7cb-e4344a414307" providerId="ADAL" clId="{1C70B140-10D0-420E-880E-F547C947186E}" dt="2025-08-13T14:55:32.164" v="78" actId="20577"/>
        <pc:sldMkLst>
          <pc:docMk/>
          <pc:sldMk cId="2878815620" sldId="256"/>
        </pc:sldMkLst>
        <pc:spChg chg="del mod ord">
          <ac:chgData name="Bloesch, Troy" userId="d0937869-bb19-47f1-b7cb-e4344a414307" providerId="ADAL" clId="{1C70B140-10D0-420E-880E-F547C947186E}" dt="2025-08-13T14:54:14.506" v="3" actId="700"/>
          <ac:spMkLst>
            <pc:docMk/>
            <pc:sldMk cId="2878815620" sldId="256"/>
            <ac:spMk id="2" creationId="{82BB77FD-5167-75E1-09AC-F539BC919CB6}"/>
          </ac:spMkLst>
        </pc:spChg>
        <pc:spChg chg="del mod ord">
          <ac:chgData name="Bloesch, Troy" userId="d0937869-bb19-47f1-b7cb-e4344a414307" providerId="ADAL" clId="{1C70B140-10D0-420E-880E-F547C947186E}" dt="2025-08-13T14:54:14.506" v="3" actId="700"/>
          <ac:spMkLst>
            <pc:docMk/>
            <pc:sldMk cId="2878815620" sldId="256"/>
            <ac:spMk id="3" creationId="{F8B369D7-525E-CDCD-C200-7CE60C08FD05}"/>
          </ac:spMkLst>
        </pc:spChg>
        <pc:spChg chg="add mod ord">
          <ac:chgData name="Bloesch, Troy" userId="d0937869-bb19-47f1-b7cb-e4344a414307" providerId="ADAL" clId="{1C70B140-10D0-420E-880E-F547C947186E}" dt="2025-08-13T14:54:29.535" v="59" actId="20577"/>
          <ac:spMkLst>
            <pc:docMk/>
            <pc:sldMk cId="2878815620" sldId="256"/>
            <ac:spMk id="4" creationId="{49101A7A-A99D-6FA0-21E0-5D13A433A09A}"/>
          </ac:spMkLst>
        </pc:spChg>
        <pc:spChg chg="add mod ord">
          <ac:chgData name="Bloesch, Troy" userId="d0937869-bb19-47f1-b7cb-e4344a414307" providerId="ADAL" clId="{1C70B140-10D0-420E-880E-F547C947186E}" dt="2025-08-13T14:55:32.164" v="78" actId="20577"/>
          <ac:spMkLst>
            <pc:docMk/>
            <pc:sldMk cId="2878815620" sldId="256"/>
            <ac:spMk id="5" creationId="{9291A7DC-76C6-3636-B1E1-0234725001F8}"/>
          </ac:spMkLst>
        </pc:spChg>
        <pc:spChg chg="add del mod ord">
          <ac:chgData name="Bloesch, Troy" userId="d0937869-bb19-47f1-b7cb-e4344a414307" providerId="ADAL" clId="{1C70B140-10D0-420E-880E-F547C947186E}" dt="2025-08-13T14:55:19.495" v="60" actId="931"/>
          <ac:spMkLst>
            <pc:docMk/>
            <pc:sldMk cId="2878815620" sldId="256"/>
            <ac:spMk id="6" creationId="{CEF593FE-2EA8-4931-930F-56996DCEFD94}"/>
          </ac:spMkLst>
        </pc:spChg>
        <pc:picChg chg="add mod">
          <ac:chgData name="Bloesch, Troy" userId="d0937869-bb19-47f1-b7cb-e4344a414307" providerId="ADAL" clId="{1C70B140-10D0-420E-880E-F547C947186E}" dt="2025-08-13T14:55:19.495" v="60" actId="931"/>
          <ac:picMkLst>
            <pc:docMk/>
            <pc:sldMk cId="2878815620" sldId="256"/>
            <ac:picMk id="8" creationId="{22BA2D0B-5F0F-0055-496F-52264E195630}"/>
          </ac:picMkLst>
        </pc:picChg>
      </pc:sldChg>
      <pc:sldChg chg="modSp add del mod">
        <pc:chgData name="Bloesch, Troy" userId="d0937869-bb19-47f1-b7cb-e4344a414307" providerId="ADAL" clId="{1C70B140-10D0-420E-880E-F547C947186E}" dt="2025-08-13T15:11:22.230" v="377" actId="2162"/>
        <pc:sldMkLst>
          <pc:docMk/>
          <pc:sldMk cId="2893350114" sldId="2147481770"/>
        </pc:sldMkLst>
        <pc:graphicFrameChg chg="mod modGraphic">
          <ac:chgData name="Bloesch, Troy" userId="d0937869-bb19-47f1-b7cb-e4344a414307" providerId="ADAL" clId="{1C70B140-10D0-420E-880E-F547C947186E}" dt="2025-08-13T15:11:22.230" v="377" actId="2162"/>
          <ac:graphicFrameMkLst>
            <pc:docMk/>
            <pc:sldMk cId="2893350114" sldId="2147481770"/>
            <ac:graphicFrameMk id="3" creationId="{0ABD2E79-B249-0FFD-1183-070D94B5F414}"/>
          </ac:graphicFrameMkLst>
        </pc:graphicFrameChg>
      </pc:sldChg>
      <pc:sldChg chg="addSp delSp modSp add del mod ord">
        <pc:chgData name="Bloesch, Troy" userId="d0937869-bb19-47f1-b7cb-e4344a414307" providerId="ADAL" clId="{1C70B140-10D0-420E-880E-F547C947186E}" dt="2025-08-13T15:38:41.710" v="923" actId="1076"/>
        <pc:sldMkLst>
          <pc:docMk/>
          <pc:sldMk cId="2280030431" sldId="2147481771"/>
        </pc:sldMkLst>
        <pc:spChg chg="add del mod">
          <ac:chgData name="Bloesch, Troy" userId="d0937869-bb19-47f1-b7cb-e4344a414307" providerId="ADAL" clId="{1C70B140-10D0-420E-880E-F547C947186E}" dt="2025-08-13T15:17:06.011" v="537" actId="478"/>
          <ac:spMkLst>
            <pc:docMk/>
            <pc:sldMk cId="2280030431" sldId="2147481771"/>
            <ac:spMk id="3" creationId="{54066DC1-08DC-59D1-B619-223F89A0820E}"/>
          </ac:spMkLst>
        </pc:spChg>
        <pc:spChg chg="add mod">
          <ac:chgData name="Bloesch, Troy" userId="d0937869-bb19-47f1-b7cb-e4344a414307" providerId="ADAL" clId="{1C70B140-10D0-420E-880E-F547C947186E}" dt="2025-08-13T15:14:17.535" v="424" actId="1076"/>
          <ac:spMkLst>
            <pc:docMk/>
            <pc:sldMk cId="2280030431" sldId="2147481771"/>
            <ac:spMk id="5" creationId="{FA609BE7-2EC1-1A2C-3E63-60D10476D2CD}"/>
          </ac:spMkLst>
        </pc:spChg>
        <pc:spChg chg="add del mod">
          <ac:chgData name="Bloesch, Troy" userId="d0937869-bb19-47f1-b7cb-e4344a414307" providerId="ADAL" clId="{1C70B140-10D0-420E-880E-F547C947186E}" dt="2025-08-13T15:38:37.334" v="921" actId="21"/>
          <ac:spMkLst>
            <pc:docMk/>
            <pc:sldMk cId="2280030431" sldId="2147481771"/>
            <ac:spMk id="7" creationId="{CCE3E4AD-8661-BE22-1B5F-354C12CE203A}"/>
          </ac:spMkLst>
        </pc:spChg>
        <pc:spChg chg="add del mod">
          <ac:chgData name="Bloesch, Troy" userId="d0937869-bb19-47f1-b7cb-e4344a414307" providerId="ADAL" clId="{1C70B140-10D0-420E-880E-F547C947186E}" dt="2025-08-13T15:16:54.352" v="536" actId="478"/>
          <ac:spMkLst>
            <pc:docMk/>
            <pc:sldMk cId="2280030431" sldId="2147481771"/>
            <ac:spMk id="8" creationId="{0344CD2E-C2B1-7AF3-31CC-B3D29B27B075}"/>
          </ac:spMkLst>
        </pc:spChg>
        <pc:spChg chg="add mod">
          <ac:chgData name="Bloesch, Troy" userId="d0937869-bb19-47f1-b7cb-e4344a414307" providerId="ADAL" clId="{1C70B140-10D0-420E-880E-F547C947186E}" dt="2025-08-13T15:15:43.768" v="459" actId="1076"/>
          <ac:spMkLst>
            <pc:docMk/>
            <pc:sldMk cId="2280030431" sldId="2147481771"/>
            <ac:spMk id="9" creationId="{DC13A8C5-FE2D-EF27-02EA-6DEDA21A6977}"/>
          </ac:spMkLst>
        </pc:spChg>
        <pc:spChg chg="add del mod">
          <ac:chgData name="Bloesch, Troy" userId="d0937869-bb19-47f1-b7cb-e4344a414307" providerId="ADAL" clId="{1C70B140-10D0-420E-880E-F547C947186E}" dt="2025-08-13T15:38:10.089" v="912" actId="478"/>
          <ac:spMkLst>
            <pc:docMk/>
            <pc:sldMk cId="2280030431" sldId="2147481771"/>
            <ac:spMk id="11" creationId="{A5C1F44F-A31D-EFFD-7FBD-44DFADDECBB3}"/>
          </ac:spMkLst>
        </pc:spChg>
        <pc:spChg chg="mod">
          <ac:chgData name="Bloesch, Troy" userId="d0937869-bb19-47f1-b7cb-e4344a414307" providerId="ADAL" clId="{1C70B140-10D0-420E-880E-F547C947186E}" dt="2025-08-13T15:17:07.025" v="538"/>
          <ac:spMkLst>
            <pc:docMk/>
            <pc:sldMk cId="2280030431" sldId="2147481771"/>
            <ac:spMk id="14" creationId="{1B06DD6D-CBC3-1E64-EAC4-9360DEF2D4BA}"/>
          </ac:spMkLst>
        </pc:spChg>
        <pc:spChg chg="mod">
          <ac:chgData name="Bloesch, Troy" userId="d0937869-bb19-47f1-b7cb-e4344a414307" providerId="ADAL" clId="{1C70B140-10D0-420E-880E-F547C947186E}" dt="2025-08-13T15:17:07.025" v="538"/>
          <ac:spMkLst>
            <pc:docMk/>
            <pc:sldMk cId="2280030431" sldId="2147481771"/>
            <ac:spMk id="15" creationId="{9DD8A77F-15C0-0B83-EDE3-0A3D3E23C07A}"/>
          </ac:spMkLst>
        </pc:spChg>
        <pc:spChg chg="mod">
          <ac:chgData name="Bloesch, Troy" userId="d0937869-bb19-47f1-b7cb-e4344a414307" providerId="ADAL" clId="{1C70B140-10D0-420E-880E-F547C947186E}" dt="2025-08-13T15:17:20.794" v="540"/>
          <ac:spMkLst>
            <pc:docMk/>
            <pc:sldMk cId="2280030431" sldId="2147481771"/>
            <ac:spMk id="17" creationId="{56434D7F-9D13-8378-A142-67A4302A16C0}"/>
          </ac:spMkLst>
        </pc:spChg>
        <pc:spChg chg="mod">
          <ac:chgData name="Bloesch, Troy" userId="d0937869-bb19-47f1-b7cb-e4344a414307" providerId="ADAL" clId="{1C70B140-10D0-420E-880E-F547C947186E}" dt="2025-08-13T15:17:20.794" v="540"/>
          <ac:spMkLst>
            <pc:docMk/>
            <pc:sldMk cId="2280030431" sldId="2147481771"/>
            <ac:spMk id="18" creationId="{A3781860-A5AA-0AF4-01A9-98C8595ACE5B}"/>
          </ac:spMkLst>
        </pc:spChg>
        <pc:spChg chg="add mod">
          <ac:chgData name="Bloesch, Troy" userId="d0937869-bb19-47f1-b7cb-e4344a414307" providerId="ADAL" clId="{1C70B140-10D0-420E-880E-F547C947186E}" dt="2025-08-13T15:37:05.853" v="889" actId="20577"/>
          <ac:spMkLst>
            <pc:docMk/>
            <pc:sldMk cId="2280030431" sldId="2147481771"/>
            <ac:spMk id="19" creationId="{8A8BE1AB-0579-64B3-56BD-9E0B16F4136D}"/>
          </ac:spMkLst>
        </pc:spChg>
        <pc:spChg chg="add mod">
          <ac:chgData name="Bloesch, Troy" userId="d0937869-bb19-47f1-b7cb-e4344a414307" providerId="ADAL" clId="{1C70B140-10D0-420E-880E-F547C947186E}" dt="2025-08-13T15:36:50.502" v="884" actId="1076"/>
          <ac:spMkLst>
            <pc:docMk/>
            <pc:sldMk cId="2280030431" sldId="2147481771"/>
            <ac:spMk id="20" creationId="{8F1028FE-B001-522B-5DAB-71ADBCA93550}"/>
          </ac:spMkLst>
        </pc:spChg>
        <pc:spChg chg="add mod">
          <ac:chgData name="Bloesch, Troy" userId="d0937869-bb19-47f1-b7cb-e4344a414307" providerId="ADAL" clId="{1C70B140-10D0-420E-880E-F547C947186E}" dt="2025-08-13T15:36:50.502" v="884" actId="1076"/>
          <ac:spMkLst>
            <pc:docMk/>
            <pc:sldMk cId="2280030431" sldId="2147481771"/>
            <ac:spMk id="21" creationId="{465BA911-31FC-79FB-CF4B-46293D87ACA4}"/>
          </ac:spMkLst>
        </pc:spChg>
        <pc:spChg chg="add del mod">
          <ac:chgData name="Bloesch, Troy" userId="d0937869-bb19-47f1-b7cb-e4344a414307" providerId="ADAL" clId="{1C70B140-10D0-420E-880E-F547C947186E}" dt="2025-08-13T15:37:38.953" v="911" actId="478"/>
          <ac:spMkLst>
            <pc:docMk/>
            <pc:sldMk cId="2280030431" sldId="2147481771"/>
            <ac:spMk id="22" creationId="{DA30854F-78D5-CB69-B459-89B672DF1E9F}"/>
          </ac:spMkLst>
        </pc:spChg>
        <pc:spChg chg="add del mod">
          <ac:chgData name="Bloesch, Troy" userId="d0937869-bb19-47f1-b7cb-e4344a414307" providerId="ADAL" clId="{1C70B140-10D0-420E-880E-F547C947186E}" dt="2025-08-13T15:37:38.953" v="911" actId="478"/>
          <ac:spMkLst>
            <pc:docMk/>
            <pc:sldMk cId="2280030431" sldId="2147481771"/>
            <ac:spMk id="23" creationId="{6F16CD0D-9387-1707-84E9-986987EE6C49}"/>
          </ac:spMkLst>
        </pc:spChg>
        <pc:spChg chg="add del mod">
          <ac:chgData name="Bloesch, Troy" userId="d0937869-bb19-47f1-b7cb-e4344a414307" providerId="ADAL" clId="{1C70B140-10D0-420E-880E-F547C947186E}" dt="2025-08-13T15:37:38.953" v="911" actId="478"/>
          <ac:spMkLst>
            <pc:docMk/>
            <pc:sldMk cId="2280030431" sldId="2147481771"/>
            <ac:spMk id="24" creationId="{426189E1-6CAE-2E02-80AB-89435D0EC1DF}"/>
          </ac:spMkLst>
        </pc:spChg>
        <pc:spChg chg="add mod">
          <ac:chgData name="Bloesch, Troy" userId="d0937869-bb19-47f1-b7cb-e4344a414307" providerId="ADAL" clId="{1C70B140-10D0-420E-880E-F547C947186E}" dt="2025-08-13T15:37:22.707" v="893" actId="1076"/>
          <ac:spMkLst>
            <pc:docMk/>
            <pc:sldMk cId="2280030431" sldId="2147481771"/>
            <ac:spMk id="25" creationId="{102AEDDF-D5E2-4F32-6DB4-5EA44FE4FA1E}"/>
          </ac:spMkLst>
        </pc:spChg>
        <pc:spChg chg="mod">
          <ac:chgData name="Bloesch, Troy" userId="d0937869-bb19-47f1-b7cb-e4344a414307" providerId="ADAL" clId="{1C70B140-10D0-420E-880E-F547C947186E}" dt="2025-08-13T15:38:28.952" v="918" actId="208"/>
          <ac:spMkLst>
            <pc:docMk/>
            <pc:sldMk cId="2280030431" sldId="2147481771"/>
            <ac:spMk id="27" creationId="{26059B48-B928-EEEC-DE5F-BE0286465040}"/>
          </ac:spMkLst>
        </pc:spChg>
        <pc:spChg chg="mod">
          <ac:chgData name="Bloesch, Troy" userId="d0937869-bb19-47f1-b7cb-e4344a414307" providerId="ADAL" clId="{1C70B140-10D0-420E-880E-F547C947186E}" dt="2025-08-13T15:38:28.952" v="918" actId="208"/>
          <ac:spMkLst>
            <pc:docMk/>
            <pc:sldMk cId="2280030431" sldId="2147481771"/>
            <ac:spMk id="28" creationId="{B77D7541-3415-B457-F43F-034E3D3A4A9D}"/>
          </ac:spMkLst>
        </pc:spChg>
        <pc:spChg chg="add mod">
          <ac:chgData name="Bloesch, Troy" userId="d0937869-bb19-47f1-b7cb-e4344a414307" providerId="ADAL" clId="{1C70B140-10D0-420E-880E-F547C947186E}" dt="2025-08-13T15:38:41.710" v="923" actId="1076"/>
          <ac:spMkLst>
            <pc:docMk/>
            <pc:sldMk cId="2280030431" sldId="2147481771"/>
            <ac:spMk id="29" creationId="{38FDA7D3-BFDE-64BE-DBEB-112E94B747C1}"/>
          </ac:spMkLst>
        </pc:spChg>
        <pc:spChg chg="mod">
          <ac:chgData name="Bloesch, Troy" userId="d0937869-bb19-47f1-b7cb-e4344a414307" providerId="ADAL" clId="{1C70B140-10D0-420E-880E-F547C947186E}" dt="2025-08-13T15:12:47.043" v="395" actId="207"/>
          <ac:spMkLst>
            <pc:docMk/>
            <pc:sldMk cId="2280030431" sldId="2147481771"/>
            <ac:spMk id="42" creationId="{6BF8E1AD-B120-3E52-254B-4EA72FEAE14A}"/>
          </ac:spMkLst>
        </pc:spChg>
        <pc:spChg chg="mod">
          <ac:chgData name="Bloesch, Troy" userId="d0937869-bb19-47f1-b7cb-e4344a414307" providerId="ADAL" clId="{1C70B140-10D0-420E-880E-F547C947186E}" dt="2025-08-13T15:12:51.092" v="396" actId="207"/>
          <ac:spMkLst>
            <pc:docMk/>
            <pc:sldMk cId="2280030431" sldId="2147481771"/>
            <ac:spMk id="60" creationId="{7B2031AC-2F7B-FD5D-27C2-FEB32216969A}"/>
          </ac:spMkLst>
        </pc:spChg>
        <pc:spChg chg="del">
          <ac:chgData name="Bloesch, Troy" userId="d0937869-bb19-47f1-b7cb-e4344a414307" providerId="ADAL" clId="{1C70B140-10D0-420E-880E-F547C947186E}" dt="2025-08-13T15:12:21.798" v="380" actId="478"/>
          <ac:spMkLst>
            <pc:docMk/>
            <pc:sldMk cId="2280030431" sldId="2147481771"/>
            <ac:spMk id="69" creationId="{D5028DB0-3218-6B40-5BBB-EF2C70DAC18B}"/>
          </ac:spMkLst>
        </pc:spChg>
        <pc:spChg chg="del">
          <ac:chgData name="Bloesch, Troy" userId="d0937869-bb19-47f1-b7cb-e4344a414307" providerId="ADAL" clId="{1C70B140-10D0-420E-880E-F547C947186E}" dt="2025-08-13T15:12:21.798" v="380" actId="478"/>
          <ac:spMkLst>
            <pc:docMk/>
            <pc:sldMk cId="2280030431" sldId="2147481771"/>
            <ac:spMk id="70" creationId="{454BF54C-B436-8F82-8E85-2EF7CF64ECA5}"/>
          </ac:spMkLst>
        </pc:spChg>
        <pc:spChg chg="del">
          <ac:chgData name="Bloesch, Troy" userId="d0937869-bb19-47f1-b7cb-e4344a414307" providerId="ADAL" clId="{1C70B140-10D0-420E-880E-F547C947186E}" dt="2025-08-13T15:12:21.798" v="380" actId="478"/>
          <ac:spMkLst>
            <pc:docMk/>
            <pc:sldMk cId="2280030431" sldId="2147481771"/>
            <ac:spMk id="71" creationId="{78A455EA-BFB1-9B3F-8A4B-3CBC325F2AFB}"/>
          </ac:spMkLst>
        </pc:spChg>
        <pc:spChg chg="del">
          <ac:chgData name="Bloesch, Troy" userId="d0937869-bb19-47f1-b7cb-e4344a414307" providerId="ADAL" clId="{1C70B140-10D0-420E-880E-F547C947186E}" dt="2025-08-13T15:12:21.798" v="380" actId="478"/>
          <ac:spMkLst>
            <pc:docMk/>
            <pc:sldMk cId="2280030431" sldId="2147481771"/>
            <ac:spMk id="72" creationId="{2BA25E1B-3BA9-2623-353F-3F5106AD42FE}"/>
          </ac:spMkLst>
        </pc:spChg>
        <pc:spChg chg="del">
          <ac:chgData name="Bloesch, Troy" userId="d0937869-bb19-47f1-b7cb-e4344a414307" providerId="ADAL" clId="{1C70B140-10D0-420E-880E-F547C947186E}" dt="2025-08-13T15:12:21.798" v="380" actId="478"/>
          <ac:spMkLst>
            <pc:docMk/>
            <pc:sldMk cId="2280030431" sldId="2147481771"/>
            <ac:spMk id="73" creationId="{1E718178-CE9B-715B-FE17-E4F2EE9DDBB3}"/>
          </ac:spMkLst>
        </pc:spChg>
        <pc:spChg chg="del">
          <ac:chgData name="Bloesch, Troy" userId="d0937869-bb19-47f1-b7cb-e4344a414307" providerId="ADAL" clId="{1C70B140-10D0-420E-880E-F547C947186E}" dt="2025-08-13T15:12:21.798" v="380" actId="478"/>
          <ac:spMkLst>
            <pc:docMk/>
            <pc:sldMk cId="2280030431" sldId="2147481771"/>
            <ac:spMk id="74" creationId="{2FF2E68E-4A65-AED6-6486-938CA18574FF}"/>
          </ac:spMkLst>
        </pc:spChg>
        <pc:grpChg chg="add mod">
          <ac:chgData name="Bloesch, Troy" userId="d0937869-bb19-47f1-b7cb-e4344a414307" providerId="ADAL" clId="{1C70B140-10D0-420E-880E-F547C947186E}" dt="2025-08-13T15:17:16.694" v="539" actId="1076"/>
          <ac:grpSpMkLst>
            <pc:docMk/>
            <pc:sldMk cId="2280030431" sldId="2147481771"/>
            <ac:grpSpMk id="13" creationId="{DFC3D7F0-B758-4609-18A3-058044572220}"/>
          </ac:grpSpMkLst>
        </pc:grpChg>
        <pc:grpChg chg="add del mod">
          <ac:chgData name="Bloesch, Troy" userId="d0937869-bb19-47f1-b7cb-e4344a414307" providerId="ADAL" clId="{1C70B140-10D0-420E-880E-F547C947186E}" dt="2025-08-13T15:17:29.792" v="542" actId="478"/>
          <ac:grpSpMkLst>
            <pc:docMk/>
            <pc:sldMk cId="2280030431" sldId="2147481771"/>
            <ac:grpSpMk id="16" creationId="{9821EA51-2173-2EB2-109D-BF01C964572F}"/>
          </ac:grpSpMkLst>
        </pc:grpChg>
        <pc:grpChg chg="add del mod">
          <ac:chgData name="Bloesch, Troy" userId="d0937869-bb19-47f1-b7cb-e4344a414307" providerId="ADAL" clId="{1C70B140-10D0-420E-880E-F547C947186E}" dt="2025-08-13T15:38:34.483" v="919" actId="478"/>
          <ac:grpSpMkLst>
            <pc:docMk/>
            <pc:sldMk cId="2280030431" sldId="2147481771"/>
            <ac:grpSpMk id="26" creationId="{34ECAB6D-CF37-8279-C15E-C367D1113842}"/>
          </ac:grpSpMkLst>
        </pc:grpChg>
        <pc:graphicFrameChg chg="mod modGraphic">
          <ac:chgData name="Bloesch, Troy" userId="d0937869-bb19-47f1-b7cb-e4344a414307" providerId="ADAL" clId="{1C70B140-10D0-420E-880E-F547C947186E}" dt="2025-08-13T15:37:35.757" v="910" actId="2165"/>
          <ac:graphicFrameMkLst>
            <pc:docMk/>
            <pc:sldMk cId="2280030431" sldId="2147481771"/>
            <ac:graphicFrameMk id="4" creationId="{23CE379A-E414-01C0-621F-54CA724D9C06}"/>
          </ac:graphicFrameMkLst>
        </pc:graphicFrameChg>
      </pc:sldChg>
      <pc:sldChg chg="modSp add del mod">
        <pc:chgData name="Bloesch, Troy" userId="d0937869-bb19-47f1-b7cb-e4344a414307" providerId="ADAL" clId="{1C70B140-10D0-420E-880E-F547C947186E}" dt="2025-08-13T15:34:06.237" v="803" actId="20577"/>
        <pc:sldMkLst>
          <pc:docMk/>
          <pc:sldMk cId="1140192342" sldId="2147481772"/>
        </pc:sldMkLst>
        <pc:graphicFrameChg chg="mod modGraphic">
          <ac:chgData name="Bloesch, Troy" userId="d0937869-bb19-47f1-b7cb-e4344a414307" providerId="ADAL" clId="{1C70B140-10D0-420E-880E-F547C947186E}" dt="2025-08-13T15:34:06.237" v="803" actId="20577"/>
          <ac:graphicFrameMkLst>
            <pc:docMk/>
            <pc:sldMk cId="1140192342" sldId="2147481772"/>
            <ac:graphicFrameMk id="3" creationId="{E0EAC85E-3B0A-1D75-4403-80378AED71A2}"/>
          </ac:graphicFrameMkLst>
        </pc:graphicFrameChg>
      </pc:sldChg>
      <pc:sldChg chg="modSp add del mod">
        <pc:chgData name="Bloesch, Troy" userId="d0937869-bb19-47f1-b7cb-e4344a414307" providerId="ADAL" clId="{1C70B140-10D0-420E-880E-F547C947186E}" dt="2025-08-13T15:21:28.562" v="564" actId="20577"/>
        <pc:sldMkLst>
          <pc:docMk/>
          <pc:sldMk cId="321662266" sldId="2147481773"/>
        </pc:sldMkLst>
        <pc:graphicFrameChg chg="modGraphic">
          <ac:chgData name="Bloesch, Troy" userId="d0937869-bb19-47f1-b7cb-e4344a414307" providerId="ADAL" clId="{1C70B140-10D0-420E-880E-F547C947186E}" dt="2025-08-13T15:21:28.562" v="564" actId="20577"/>
          <ac:graphicFrameMkLst>
            <pc:docMk/>
            <pc:sldMk cId="321662266" sldId="2147481773"/>
            <ac:graphicFrameMk id="3" creationId="{8772182A-7C28-8EB6-EBC2-0A3119CB9659}"/>
          </ac:graphicFrameMkLst>
        </pc:graphicFrameChg>
      </pc:sldChg>
      <pc:sldChg chg="add del">
        <pc:chgData name="Bloesch, Troy" userId="d0937869-bb19-47f1-b7cb-e4344a414307" providerId="ADAL" clId="{1C70B140-10D0-420E-880E-F547C947186E}" dt="2025-08-13T15:46:24.163" v="925" actId="47"/>
        <pc:sldMkLst>
          <pc:docMk/>
          <pc:sldMk cId="2368351967" sldId="2147481774"/>
        </pc:sldMkLst>
      </pc:sldChg>
      <pc:sldMasterChg chg="del delSldLayout">
        <pc:chgData name="Bloesch, Troy" userId="d0937869-bb19-47f1-b7cb-e4344a414307" providerId="ADAL" clId="{1C70B140-10D0-420E-880E-F547C947186E}" dt="2025-08-13T14:54:14.506" v="3" actId="700"/>
        <pc:sldMasterMkLst>
          <pc:docMk/>
          <pc:sldMasterMk cId="104357843" sldId="2147483648"/>
        </pc:sldMasterMkLst>
        <pc:sldLayoutChg chg="del">
          <pc:chgData name="Bloesch, Troy" userId="d0937869-bb19-47f1-b7cb-e4344a414307" providerId="ADAL" clId="{1C70B140-10D0-420E-880E-F547C947186E}" dt="2025-08-13T14:54:14.506" v="3" actId="700"/>
          <pc:sldLayoutMkLst>
            <pc:docMk/>
            <pc:sldMasterMk cId="104357843" sldId="2147483648"/>
            <pc:sldLayoutMk cId="775403424" sldId="2147483649"/>
          </pc:sldLayoutMkLst>
        </pc:sldLayoutChg>
        <pc:sldLayoutChg chg="del">
          <pc:chgData name="Bloesch, Troy" userId="d0937869-bb19-47f1-b7cb-e4344a414307" providerId="ADAL" clId="{1C70B140-10D0-420E-880E-F547C947186E}" dt="2025-08-13T14:54:14.506" v="3" actId="700"/>
          <pc:sldLayoutMkLst>
            <pc:docMk/>
            <pc:sldMasterMk cId="104357843" sldId="2147483648"/>
            <pc:sldLayoutMk cId="2228290229" sldId="2147483650"/>
          </pc:sldLayoutMkLst>
        </pc:sldLayoutChg>
        <pc:sldLayoutChg chg="del">
          <pc:chgData name="Bloesch, Troy" userId="d0937869-bb19-47f1-b7cb-e4344a414307" providerId="ADAL" clId="{1C70B140-10D0-420E-880E-F547C947186E}" dt="2025-08-13T14:54:14.506" v="3" actId="700"/>
          <pc:sldLayoutMkLst>
            <pc:docMk/>
            <pc:sldMasterMk cId="104357843" sldId="2147483648"/>
            <pc:sldLayoutMk cId="112459363" sldId="2147483651"/>
          </pc:sldLayoutMkLst>
        </pc:sldLayoutChg>
        <pc:sldLayoutChg chg="del">
          <pc:chgData name="Bloesch, Troy" userId="d0937869-bb19-47f1-b7cb-e4344a414307" providerId="ADAL" clId="{1C70B140-10D0-420E-880E-F547C947186E}" dt="2025-08-13T14:54:14.506" v="3" actId="700"/>
          <pc:sldLayoutMkLst>
            <pc:docMk/>
            <pc:sldMasterMk cId="104357843" sldId="2147483648"/>
            <pc:sldLayoutMk cId="166349864" sldId="2147483652"/>
          </pc:sldLayoutMkLst>
        </pc:sldLayoutChg>
        <pc:sldLayoutChg chg="del">
          <pc:chgData name="Bloesch, Troy" userId="d0937869-bb19-47f1-b7cb-e4344a414307" providerId="ADAL" clId="{1C70B140-10D0-420E-880E-F547C947186E}" dt="2025-08-13T14:54:14.506" v="3" actId="700"/>
          <pc:sldLayoutMkLst>
            <pc:docMk/>
            <pc:sldMasterMk cId="104357843" sldId="2147483648"/>
            <pc:sldLayoutMk cId="2662611127" sldId="2147483653"/>
          </pc:sldLayoutMkLst>
        </pc:sldLayoutChg>
        <pc:sldLayoutChg chg="del">
          <pc:chgData name="Bloesch, Troy" userId="d0937869-bb19-47f1-b7cb-e4344a414307" providerId="ADAL" clId="{1C70B140-10D0-420E-880E-F547C947186E}" dt="2025-08-13T14:54:14.506" v="3" actId="700"/>
          <pc:sldLayoutMkLst>
            <pc:docMk/>
            <pc:sldMasterMk cId="104357843" sldId="2147483648"/>
            <pc:sldLayoutMk cId="30212072" sldId="2147483654"/>
          </pc:sldLayoutMkLst>
        </pc:sldLayoutChg>
        <pc:sldLayoutChg chg="del">
          <pc:chgData name="Bloesch, Troy" userId="d0937869-bb19-47f1-b7cb-e4344a414307" providerId="ADAL" clId="{1C70B140-10D0-420E-880E-F547C947186E}" dt="2025-08-13T14:54:14.506" v="3" actId="700"/>
          <pc:sldLayoutMkLst>
            <pc:docMk/>
            <pc:sldMasterMk cId="104357843" sldId="2147483648"/>
            <pc:sldLayoutMk cId="1332475446" sldId="2147483655"/>
          </pc:sldLayoutMkLst>
        </pc:sldLayoutChg>
        <pc:sldLayoutChg chg="del">
          <pc:chgData name="Bloesch, Troy" userId="d0937869-bb19-47f1-b7cb-e4344a414307" providerId="ADAL" clId="{1C70B140-10D0-420E-880E-F547C947186E}" dt="2025-08-13T14:54:14.506" v="3" actId="700"/>
          <pc:sldLayoutMkLst>
            <pc:docMk/>
            <pc:sldMasterMk cId="104357843" sldId="2147483648"/>
            <pc:sldLayoutMk cId="3194915997" sldId="2147483656"/>
          </pc:sldLayoutMkLst>
        </pc:sldLayoutChg>
        <pc:sldLayoutChg chg="del">
          <pc:chgData name="Bloesch, Troy" userId="d0937869-bb19-47f1-b7cb-e4344a414307" providerId="ADAL" clId="{1C70B140-10D0-420E-880E-F547C947186E}" dt="2025-08-13T14:54:14.506" v="3" actId="700"/>
          <pc:sldLayoutMkLst>
            <pc:docMk/>
            <pc:sldMasterMk cId="104357843" sldId="2147483648"/>
            <pc:sldLayoutMk cId="1854888489" sldId="2147483657"/>
          </pc:sldLayoutMkLst>
        </pc:sldLayoutChg>
        <pc:sldLayoutChg chg="del">
          <pc:chgData name="Bloesch, Troy" userId="d0937869-bb19-47f1-b7cb-e4344a414307" providerId="ADAL" clId="{1C70B140-10D0-420E-880E-F547C947186E}" dt="2025-08-13T14:54:14.506" v="3" actId="700"/>
          <pc:sldLayoutMkLst>
            <pc:docMk/>
            <pc:sldMasterMk cId="104357843" sldId="2147483648"/>
            <pc:sldLayoutMk cId="2278231581" sldId="2147483658"/>
          </pc:sldLayoutMkLst>
        </pc:sldLayoutChg>
        <pc:sldLayoutChg chg="del">
          <pc:chgData name="Bloesch, Troy" userId="d0937869-bb19-47f1-b7cb-e4344a414307" providerId="ADAL" clId="{1C70B140-10D0-420E-880E-F547C947186E}" dt="2025-08-13T14:54:14.506" v="3" actId="700"/>
          <pc:sldLayoutMkLst>
            <pc:docMk/>
            <pc:sldMasterMk cId="104357843" sldId="2147483648"/>
            <pc:sldLayoutMk cId="1364665972" sldId="2147483659"/>
          </pc:sldLayoutMkLst>
        </pc:sldLayoutChg>
      </pc:sldMasterChg>
    </pc:docChg>
  </pc:docChgLst>
</pc:chgInfo>
</file>

<file path=ppt/comments/modernComment_7FFFF8AB_87E680DF.xml><?xml version="1.0" encoding="utf-8"?>
<p188:cmLst xmlns:a="http://schemas.openxmlformats.org/drawingml/2006/main" xmlns:r="http://schemas.openxmlformats.org/officeDocument/2006/relationships" xmlns:p188="http://schemas.microsoft.com/office/powerpoint/2018/8/main">
  <p188:cm id="{085C5BF5-0C72-4CBE-877D-52680A3FC534}" authorId="{01907EF5-A8B2-721A-86E5-1668FFB58048}" created="2025-08-13T15:40:30.385">
    <pc:sldMkLst xmlns:pc="http://schemas.microsoft.com/office/powerpoint/2013/main/command">
      <pc:docMk/>
      <pc:sldMk cId="2280030431" sldId="2147481771"/>
    </pc:sldMkLst>
    <p188:txBody>
      <a:bodyPr/>
      <a:lstStyle/>
      <a:p>
        <a:r>
          <a:rPr lang="en-US"/>
          <a:t>ServiceNow/Oracle IM are other IGA platforms</a:t>
        </a:r>
      </a:p>
    </p188:txBody>
  </p188:cm>
</p188:cmLst>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tags" Target="../tags/tag1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tags" Target="../tags/tag13.xml"/></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tags" Target="../tags/tag15.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image" Target="../media/image6.jpeg"/></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image" Target="../media/image7.jpeg"/></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image" Target="../media/image8.jpeg"/></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9.jpeg"/><Relationship Id="rId4" Type="http://schemas.openxmlformats.org/officeDocument/2006/relationships/image" Target="../media/image7.jpeg"/></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image" Target="../media/image12.jpe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7.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484E6626-FD7E-4C63-8D13-D66A8A348CF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9" name="Rectangle 8">
            <a:extLst>
              <a:ext uri="{FF2B5EF4-FFF2-40B4-BE49-F238E27FC236}">
                <a16:creationId xmlns:a16="http://schemas.microsoft.com/office/drawing/2014/main" id="{2101C832-6FAC-40A0-BBA3-94F0E463DC45}"/>
              </a:ext>
            </a:extLst>
          </p:cNvPr>
          <p:cNvSpPr>
            <a:spLocks noChangeAspect="1"/>
          </p:cNvSpPr>
          <p:nvPr userDrawn="1"/>
        </p:nvSpPr>
        <p:spPr>
          <a:xfrm>
            <a:off x="998476" y="1470479"/>
            <a:ext cx="6350010"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0" name="Title 1">
            <a:extLst>
              <a:ext uri="{FF2B5EF4-FFF2-40B4-BE49-F238E27FC236}">
                <a16:creationId xmlns:a16="http://schemas.microsoft.com/office/drawing/2014/main" id="{0B30C48B-685A-4627-8230-DBBFCD3E6048}"/>
              </a:ext>
            </a:extLst>
          </p:cNvPr>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11" name="Text Placeholder 3">
            <a:extLst>
              <a:ext uri="{FF2B5EF4-FFF2-40B4-BE49-F238E27FC236}">
                <a16:creationId xmlns:a16="http://schemas.microsoft.com/office/drawing/2014/main" id="{883A02BE-49C7-41EC-A224-F228B39F3B56}"/>
              </a:ext>
            </a:extLst>
          </p:cNvPr>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7070107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accent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C22B7E-730E-4FA3-AEBD-0EC53A300157}"/>
              </a:ext>
            </a:extLst>
          </p:cNvPr>
          <p:cNvSpPr>
            <a:spLocks noChangeAspect="1"/>
          </p:cNvSpPr>
          <p:nvPr userDrawn="1"/>
        </p:nvSpPr>
        <p:spPr>
          <a:xfrm>
            <a:off x="998476" y="1470479"/>
            <a:ext cx="3053689"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9" name="Title 1">
            <a:extLst>
              <a:ext uri="{FF2B5EF4-FFF2-40B4-BE49-F238E27FC236}">
                <a16:creationId xmlns:a16="http://schemas.microsoft.com/office/drawing/2014/main" id="{5BDBF24D-4D2F-42A4-AD1C-43B70FC5B5DE}"/>
              </a:ext>
            </a:extLst>
          </p:cNvPr>
          <p:cNvSpPr>
            <a:spLocks noGrp="1"/>
          </p:cNvSpPr>
          <p:nvPr>
            <p:ph type="ctrTitle" hasCustomPrompt="1"/>
          </p:nvPr>
        </p:nvSpPr>
        <p:spPr>
          <a:xfrm>
            <a:off x="1274841"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10" name="Text Placeholder 3">
            <a:extLst>
              <a:ext uri="{FF2B5EF4-FFF2-40B4-BE49-F238E27FC236}">
                <a16:creationId xmlns:a16="http://schemas.microsoft.com/office/drawing/2014/main" id="{EC8AEEAC-DFBC-44E5-A1A3-F209B8C054DE}"/>
              </a:ext>
            </a:extLst>
          </p:cNvPr>
          <p:cNvSpPr>
            <a:spLocks noGrp="1"/>
          </p:cNvSpPr>
          <p:nvPr>
            <p:ph type="body" sz="quarter" idx="11"/>
          </p:nvPr>
        </p:nvSpPr>
        <p:spPr>
          <a:xfrm>
            <a:off x="1274841"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F0DAB2D-E302-48A2-9568-49B2734ACB9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555336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FDEB4B6-682E-4009-89BC-CB154E8DC002}"/>
              </a:ext>
            </a:extLst>
          </p:cNvPr>
          <p:cNvSpPr>
            <a:spLocks noChangeAspect="1"/>
          </p:cNvSpPr>
          <p:nvPr userDrawn="1"/>
        </p:nvSpPr>
        <p:spPr>
          <a:xfrm>
            <a:off x="3405716" y="371311"/>
            <a:ext cx="7794097" cy="541406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2" name="Text Placeholder 3">
            <a:extLst>
              <a:ext uri="{FF2B5EF4-FFF2-40B4-BE49-F238E27FC236}">
                <a16:creationId xmlns:a16="http://schemas.microsoft.com/office/drawing/2014/main" id="{ABABE048-BB93-46AF-B21F-692455B275EB}"/>
              </a:ext>
            </a:extLst>
          </p:cNvPr>
          <p:cNvSpPr>
            <a:spLocks noGrp="1"/>
          </p:cNvSpPr>
          <p:nvPr>
            <p:ph type="body" sz="quarter" idx="11"/>
          </p:nvPr>
        </p:nvSpPr>
        <p:spPr>
          <a:xfrm>
            <a:off x="3672180" y="4710484"/>
            <a:ext cx="7260639"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13" name="Title 9">
            <a:extLst>
              <a:ext uri="{FF2B5EF4-FFF2-40B4-BE49-F238E27FC236}">
                <a16:creationId xmlns:a16="http://schemas.microsoft.com/office/drawing/2014/main" id="{9B4976CB-3107-403A-8E4C-49D73E5523E8}"/>
              </a:ext>
            </a:extLst>
          </p:cNvPr>
          <p:cNvSpPr>
            <a:spLocks noGrp="1"/>
          </p:cNvSpPr>
          <p:nvPr>
            <p:ph type="title" hasCustomPrompt="1"/>
          </p:nvPr>
        </p:nvSpPr>
        <p:spPr>
          <a:xfrm>
            <a:off x="3671123" y="636808"/>
            <a:ext cx="7260639" cy="3950972"/>
          </a:xfrm>
        </p:spPr>
        <p:txBody>
          <a:bodyPr/>
          <a:lstStyle>
            <a:lvl1pPr>
              <a:defRPr lang="en-GB" sz="6600" kern="1200" baseline="0" dirty="0">
                <a:solidFill>
                  <a:schemeClr val="bg1"/>
                </a:solidFill>
                <a:latin typeface="+mj-lt"/>
                <a:ea typeface="+mj-ea"/>
                <a:cs typeface="+mj-cs"/>
              </a:defRPr>
            </a:lvl1pPr>
          </a:lstStyle>
          <a:p>
            <a:r>
              <a:rPr lang="en-GB"/>
              <a:t>Title slide text only</a:t>
            </a:r>
          </a:p>
        </p:txBody>
      </p:sp>
      <p:pic>
        <p:nvPicPr>
          <p:cNvPr id="14" name="Graphic 13">
            <a:extLst>
              <a:ext uri="{FF2B5EF4-FFF2-40B4-BE49-F238E27FC236}">
                <a16:creationId xmlns:a16="http://schemas.microsoft.com/office/drawing/2014/main" id="{3F974C88-37FD-486C-A053-2B6EC15FFE4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50483667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0E2D7F6-77EE-4A84-A347-E3DE3770F560}"/>
              </a:ext>
            </a:extLst>
          </p:cNvPr>
          <p:cNvGrpSpPr/>
          <p:nvPr userDrawn="1"/>
        </p:nvGrpSpPr>
        <p:grpSpPr>
          <a:xfrm>
            <a:off x="998476" y="0"/>
            <a:ext cx="911399" cy="1485244"/>
            <a:chOff x="1008000" y="0"/>
            <a:chExt cx="911399" cy="1485244"/>
          </a:xfrm>
          <a:solidFill>
            <a:schemeClr val="bg1">
              <a:alpha val="0"/>
            </a:schemeClr>
          </a:solidFill>
        </p:grpSpPr>
        <p:sp>
          <p:nvSpPr>
            <p:cNvPr id="11" name="Freeform 19">
              <a:extLst>
                <a:ext uri="{FF2B5EF4-FFF2-40B4-BE49-F238E27FC236}">
                  <a16:creationId xmlns:a16="http://schemas.microsoft.com/office/drawing/2014/main" id="{A38D1D5C-300B-4EC8-97CB-72C6B7A7CC70}"/>
                </a:ext>
              </a:extLst>
            </p:cNvPr>
            <p:cNvSpPr>
              <a:spLocks noChangeAspect="1" noEditPoints="1"/>
            </p:cNvSpPr>
            <p:nvPr userDrawn="1"/>
          </p:nvSpPr>
          <p:spPr bwMode="auto">
            <a:xfrm>
              <a:off x="1008000" y="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12" name="Freeform 19">
              <a:extLst>
                <a:ext uri="{FF2B5EF4-FFF2-40B4-BE49-F238E27FC236}">
                  <a16:creationId xmlns:a16="http://schemas.microsoft.com/office/drawing/2014/main" id="{D721161A-007B-4922-864A-502861C248B2}"/>
                </a:ext>
              </a:extLst>
            </p:cNvPr>
            <p:cNvSpPr>
              <a:spLocks noChangeAspect="1" noEditPoints="1"/>
            </p:cNvSpPr>
            <p:nvPr userDrawn="1"/>
          </p:nvSpPr>
          <p:spPr bwMode="auto">
            <a:xfrm>
              <a:off x="1008000" y="742622"/>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13" name="Freeform 19">
              <a:extLst>
                <a:ext uri="{FF2B5EF4-FFF2-40B4-BE49-F238E27FC236}">
                  <a16:creationId xmlns:a16="http://schemas.microsoft.com/office/drawing/2014/main" id="{23EB2905-098A-41C5-AB65-063729C54D07}"/>
                </a:ext>
              </a:extLst>
            </p:cNvPr>
            <p:cNvSpPr>
              <a:spLocks noChangeAspect="1" noEditPoints="1"/>
            </p:cNvSpPr>
            <p:nvPr userDrawn="1"/>
          </p:nvSpPr>
          <p:spPr bwMode="auto">
            <a:xfrm>
              <a:off x="1008000" y="111393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grpSp>
      <p:sp>
        <p:nvSpPr>
          <p:cNvPr id="14" name="Rectangle 13">
            <a:extLst>
              <a:ext uri="{FF2B5EF4-FFF2-40B4-BE49-F238E27FC236}">
                <a16:creationId xmlns:a16="http://schemas.microsoft.com/office/drawing/2014/main" id="{933C2314-88FE-4413-B812-D2D4A2998E51}"/>
              </a:ext>
            </a:extLst>
          </p:cNvPr>
          <p:cNvSpPr>
            <a:spLocks noChangeAspect="1"/>
          </p:cNvSpPr>
          <p:nvPr userDrawn="1"/>
        </p:nvSpPr>
        <p:spPr>
          <a:xfrm>
            <a:off x="7435789" y="371311"/>
            <a:ext cx="3764024" cy="5415923"/>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5" name="Text Placeholder 3">
            <a:extLst>
              <a:ext uri="{FF2B5EF4-FFF2-40B4-BE49-F238E27FC236}">
                <a16:creationId xmlns:a16="http://schemas.microsoft.com/office/drawing/2014/main" id="{EC91CE7F-7855-470E-A1C6-7B98C9783C0D}"/>
              </a:ext>
            </a:extLst>
          </p:cNvPr>
          <p:cNvSpPr>
            <a:spLocks noGrp="1"/>
          </p:cNvSpPr>
          <p:nvPr>
            <p:ph type="body" sz="quarter" idx="12"/>
          </p:nvPr>
        </p:nvSpPr>
        <p:spPr>
          <a:xfrm>
            <a:off x="7702252" y="4710484"/>
            <a:ext cx="3229510"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16" name="Title 1">
            <a:extLst>
              <a:ext uri="{FF2B5EF4-FFF2-40B4-BE49-F238E27FC236}">
                <a16:creationId xmlns:a16="http://schemas.microsoft.com/office/drawing/2014/main" id="{633FD179-5843-4777-B4EF-2C33EA14278A}"/>
              </a:ext>
            </a:extLst>
          </p:cNvPr>
          <p:cNvSpPr>
            <a:spLocks noGrp="1"/>
          </p:cNvSpPr>
          <p:nvPr>
            <p:ph type="ctrTitle" hasCustomPrompt="1"/>
          </p:nvPr>
        </p:nvSpPr>
        <p:spPr>
          <a:xfrm>
            <a:off x="7702252" y="636808"/>
            <a:ext cx="3229510" cy="3950972"/>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pic>
        <p:nvPicPr>
          <p:cNvPr id="17" name="Graphic 16">
            <a:extLst>
              <a:ext uri="{FF2B5EF4-FFF2-40B4-BE49-F238E27FC236}">
                <a16:creationId xmlns:a16="http://schemas.microsoft.com/office/drawing/2014/main" id="{178F7078-5FAB-4923-B594-5A3AB651117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1538816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 Image_KPMG Blue">
    <p:bg>
      <p:bgPr>
        <a:solidFill>
          <a:schemeClr val="accent2"/>
        </a:solidFill>
        <a:effectLst/>
      </p:bgPr>
    </p:bg>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5F7AF648-E8C1-435F-A91F-1FCE26666A35}"/>
              </a:ext>
            </a:extLst>
          </p:cNvPr>
          <p:cNvSpPr>
            <a:spLocks noGrp="1" noChangeAspect="1"/>
          </p:cNvSpPr>
          <p:nvPr>
            <p:ph type="pic" sz="quarter" idx="12"/>
          </p:nvPr>
        </p:nvSpPr>
        <p:spPr>
          <a:xfrm>
            <a:off x="998477" y="1468380"/>
            <a:ext cx="5885053" cy="4087973"/>
          </a:xfrm>
          <a:solidFill>
            <a:schemeClr val="accent1"/>
          </a:solidFill>
        </p:spPr>
        <p:txBody>
          <a:bodyPr anchor="ctr"/>
          <a:lstStyle>
            <a:lvl1pPr algn="ctr">
              <a:defRPr sz="1000" b="0">
                <a:solidFill>
                  <a:schemeClr val="bg1"/>
                </a:solidFill>
              </a:defRPr>
            </a:lvl1pPr>
          </a:lstStyle>
          <a:p>
            <a:r>
              <a:rPr lang="en-US"/>
              <a:t>Click icon to add picture</a:t>
            </a:r>
            <a:endParaRPr lang="en-GB"/>
          </a:p>
        </p:txBody>
      </p:sp>
      <p:sp>
        <p:nvSpPr>
          <p:cNvPr id="10" name="Title 1">
            <a:extLst>
              <a:ext uri="{FF2B5EF4-FFF2-40B4-BE49-F238E27FC236}">
                <a16:creationId xmlns:a16="http://schemas.microsoft.com/office/drawing/2014/main" id="{499E02FE-A18D-433A-B7C5-66327044D5E4}"/>
              </a:ext>
            </a:extLst>
          </p:cNvPr>
          <p:cNvSpPr>
            <a:spLocks noGrp="1"/>
          </p:cNvSpPr>
          <p:nvPr>
            <p:ph type="ctrTitle" hasCustomPrompt="1"/>
          </p:nvPr>
        </p:nvSpPr>
        <p:spPr>
          <a:xfrm>
            <a:off x="7642337" y="1468380"/>
            <a:ext cx="3551186" cy="3098109"/>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11" name="Freeform 19">
            <a:extLst>
              <a:ext uri="{FF2B5EF4-FFF2-40B4-BE49-F238E27FC236}">
                <a16:creationId xmlns:a16="http://schemas.microsoft.com/office/drawing/2014/main" id="{4255FB05-4B59-458B-8EFD-8DCE3678F322}"/>
              </a:ext>
            </a:extLst>
          </p:cNvPr>
          <p:cNvSpPr>
            <a:spLocks noChangeAspect="1" noEditPoints="1"/>
          </p:cNvSpPr>
          <p:nvPr userDrawn="1"/>
        </p:nvSpPr>
        <p:spPr bwMode="auto">
          <a:xfrm>
            <a:off x="7648627"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2" name="Freeform 19">
            <a:extLst>
              <a:ext uri="{FF2B5EF4-FFF2-40B4-BE49-F238E27FC236}">
                <a16:creationId xmlns:a16="http://schemas.microsoft.com/office/drawing/2014/main" id="{64C954ED-B10B-4AF2-833F-37E615D34396}"/>
              </a:ext>
            </a:extLst>
          </p:cNvPr>
          <p:cNvSpPr>
            <a:spLocks noChangeAspect="1" noEditPoints="1"/>
          </p:cNvSpPr>
          <p:nvPr userDrawn="1"/>
        </p:nvSpPr>
        <p:spPr bwMode="auto">
          <a:xfrm>
            <a:off x="7648627"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3" name="Text Placeholder 3">
            <a:extLst>
              <a:ext uri="{FF2B5EF4-FFF2-40B4-BE49-F238E27FC236}">
                <a16:creationId xmlns:a16="http://schemas.microsoft.com/office/drawing/2014/main" id="{2BD4AB80-538F-43A3-8C4D-16CCBDE87A19}"/>
              </a:ext>
            </a:extLst>
          </p:cNvPr>
          <p:cNvSpPr>
            <a:spLocks noGrp="1"/>
          </p:cNvSpPr>
          <p:nvPr>
            <p:ph type="body" sz="quarter" idx="11"/>
          </p:nvPr>
        </p:nvSpPr>
        <p:spPr>
          <a:xfrm>
            <a:off x="7648628" y="4746353"/>
            <a:ext cx="355118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4" name="Graphic 13">
            <a:extLst>
              <a:ext uri="{FF2B5EF4-FFF2-40B4-BE49-F238E27FC236}">
                <a16:creationId xmlns:a16="http://schemas.microsoft.com/office/drawing/2014/main" id="{8C1EA9FA-4164-4EF7-8EA1-6A4010273A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47346" y="371311"/>
            <a:ext cx="914400" cy="368346"/>
          </a:xfrm>
          <a:prstGeom prst="rect">
            <a:avLst/>
          </a:prstGeom>
        </p:spPr>
      </p:pic>
    </p:spTree>
    <p:extLst>
      <p:ext uri="{BB962C8B-B14F-4D97-AF65-F5344CB8AC3E}">
        <p14:creationId xmlns:p14="http://schemas.microsoft.com/office/powerpoint/2010/main" val="2938668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 Image_KPMG Blue">
    <p:bg>
      <p:bgPr>
        <a:solidFill>
          <a:schemeClr val="accent2"/>
        </a:solidFill>
        <a:effectLst/>
      </p:bgPr>
    </p:bg>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E3022F2F-B43A-41C4-BF6C-3739462B739A}"/>
              </a:ext>
            </a:extLst>
          </p:cNvPr>
          <p:cNvSpPr>
            <a:spLocks noGrp="1" noChangeAspect="1"/>
          </p:cNvSpPr>
          <p:nvPr>
            <p:ph type="pic" sz="quarter" idx="12"/>
          </p:nvPr>
        </p:nvSpPr>
        <p:spPr>
          <a:xfrm>
            <a:off x="998477" y="371311"/>
            <a:ext cx="3727618" cy="5392264"/>
          </a:xfrm>
          <a:solidFill>
            <a:schemeClr val="accent1"/>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8" name="Title 1">
            <a:extLst>
              <a:ext uri="{FF2B5EF4-FFF2-40B4-BE49-F238E27FC236}">
                <a16:creationId xmlns:a16="http://schemas.microsoft.com/office/drawing/2014/main" id="{7E69996B-9D51-47AF-8239-CB068E0662C9}"/>
              </a:ext>
            </a:extLst>
          </p:cNvPr>
          <p:cNvSpPr>
            <a:spLocks noGrp="1"/>
          </p:cNvSpPr>
          <p:nvPr>
            <p:ph type="ctrTitle" hasCustomPrompt="1"/>
          </p:nvPr>
        </p:nvSpPr>
        <p:spPr>
          <a:xfrm>
            <a:off x="5489910" y="1453783"/>
            <a:ext cx="5301922" cy="344622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9" name="Freeform 19">
            <a:extLst>
              <a:ext uri="{FF2B5EF4-FFF2-40B4-BE49-F238E27FC236}">
                <a16:creationId xmlns:a16="http://schemas.microsoft.com/office/drawing/2014/main" id="{AE26B475-B5C4-4347-8C21-09E3E42E7752}"/>
              </a:ext>
            </a:extLst>
          </p:cNvPr>
          <p:cNvSpPr>
            <a:spLocks noChangeAspect="1" noEditPoints="1"/>
          </p:cNvSpPr>
          <p:nvPr userDrawn="1"/>
        </p:nvSpPr>
        <p:spPr bwMode="auto">
          <a:xfrm>
            <a:off x="4729193"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0" name="Text Placeholder 3">
            <a:extLst>
              <a:ext uri="{FF2B5EF4-FFF2-40B4-BE49-F238E27FC236}">
                <a16:creationId xmlns:a16="http://schemas.microsoft.com/office/drawing/2014/main" id="{40EC61BC-58E1-4775-ADB9-771F90B82F9B}"/>
              </a:ext>
            </a:extLst>
          </p:cNvPr>
          <p:cNvSpPr>
            <a:spLocks noGrp="1"/>
          </p:cNvSpPr>
          <p:nvPr>
            <p:ph type="body" sz="quarter" idx="11"/>
          </p:nvPr>
        </p:nvSpPr>
        <p:spPr>
          <a:xfrm>
            <a:off x="5489910" y="4953575"/>
            <a:ext cx="5301922"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27C17CDB-6172-4525-81E9-4F0C8DBBA4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91560" y="371311"/>
            <a:ext cx="914400" cy="368346"/>
          </a:xfrm>
          <a:prstGeom prst="rect">
            <a:avLst/>
          </a:prstGeom>
        </p:spPr>
      </p:pic>
    </p:spTree>
    <p:extLst>
      <p:ext uri="{BB962C8B-B14F-4D97-AF65-F5344CB8AC3E}">
        <p14:creationId xmlns:p14="http://schemas.microsoft.com/office/powerpoint/2010/main" val="2905772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9" name="Freeform 19">
            <a:extLst>
              <a:ext uri="{FF2B5EF4-FFF2-40B4-BE49-F238E27FC236}">
                <a16:creationId xmlns:a16="http://schemas.microsoft.com/office/drawing/2014/main" id="{7C40611E-3A51-447C-B4D9-E63571518EA9}"/>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0" name="Freeform 19">
            <a:extLst>
              <a:ext uri="{FF2B5EF4-FFF2-40B4-BE49-F238E27FC236}">
                <a16:creationId xmlns:a16="http://schemas.microsoft.com/office/drawing/2014/main" id="{477655F7-9771-42CD-A3FF-9B0E744CD30E}"/>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11" name="Picture Placeholder 3">
            <a:extLst>
              <a:ext uri="{FF2B5EF4-FFF2-40B4-BE49-F238E27FC236}">
                <a16:creationId xmlns:a16="http://schemas.microsoft.com/office/drawing/2014/main" id="{00708127-E14A-4909-821A-61F581AA1270}"/>
              </a:ext>
            </a:extLst>
          </p:cNvPr>
          <p:cNvSpPr>
            <a:spLocks noGrp="1" noChangeAspect="1"/>
          </p:cNvSpPr>
          <p:nvPr>
            <p:ph type="pic" sz="quarter" idx="12"/>
          </p:nvPr>
        </p:nvSpPr>
        <p:spPr>
          <a:xfrm>
            <a:off x="4915965"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12" name="Title 1">
            <a:extLst>
              <a:ext uri="{FF2B5EF4-FFF2-40B4-BE49-F238E27FC236}">
                <a16:creationId xmlns:a16="http://schemas.microsoft.com/office/drawing/2014/main" id="{2356C80A-82E6-41A1-8315-DBCCD3E8637A}"/>
              </a:ext>
            </a:extLst>
          </p:cNvPr>
          <p:cNvSpPr>
            <a:spLocks noGrp="1"/>
          </p:cNvSpPr>
          <p:nvPr>
            <p:ph type="ctrTitle" hasCustomPrompt="1"/>
          </p:nvPr>
        </p:nvSpPr>
        <p:spPr>
          <a:xfrm>
            <a:off x="998478" y="1456388"/>
            <a:ext cx="3174866"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13" name="Text Placeholder 3">
            <a:extLst>
              <a:ext uri="{FF2B5EF4-FFF2-40B4-BE49-F238E27FC236}">
                <a16:creationId xmlns:a16="http://schemas.microsoft.com/office/drawing/2014/main" id="{FD661CB1-3F0A-461E-B7EF-0DD8759D0892}"/>
              </a:ext>
            </a:extLst>
          </p:cNvPr>
          <p:cNvSpPr>
            <a:spLocks noGrp="1"/>
          </p:cNvSpPr>
          <p:nvPr>
            <p:ph type="body" sz="quarter" idx="11"/>
          </p:nvPr>
        </p:nvSpPr>
        <p:spPr>
          <a:xfrm>
            <a:off x="998478" y="5007010"/>
            <a:ext cx="317486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4" name="Graphic 13">
            <a:extLst>
              <a:ext uri="{FF2B5EF4-FFF2-40B4-BE49-F238E27FC236}">
                <a16:creationId xmlns:a16="http://schemas.microsoft.com/office/drawing/2014/main" id="{0A13EE70-222E-4A80-9783-F68F00B7D3A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270953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529CB1A-1B72-48E4-9F89-031545C1FDEC}"/>
              </a:ext>
            </a:extLst>
          </p:cNvPr>
          <p:cNvSpPr>
            <a:spLocks noGrp="1"/>
          </p:cNvSpPr>
          <p:nvPr>
            <p:ph type="ctrTitle" hasCustomPrompt="1"/>
          </p:nvPr>
        </p:nvSpPr>
        <p:spPr>
          <a:xfrm>
            <a:off x="998478" y="1456388"/>
            <a:ext cx="5249471"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10" name="Freeform 19">
            <a:extLst>
              <a:ext uri="{FF2B5EF4-FFF2-40B4-BE49-F238E27FC236}">
                <a16:creationId xmlns:a16="http://schemas.microsoft.com/office/drawing/2014/main" id="{068A8D8B-EF5A-4905-83FB-5B545573C07F}"/>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Freeform 19">
            <a:extLst>
              <a:ext uri="{FF2B5EF4-FFF2-40B4-BE49-F238E27FC236}">
                <a16:creationId xmlns:a16="http://schemas.microsoft.com/office/drawing/2014/main" id="{1A2E6BF4-8839-4971-8A92-E4187724BDD8}"/>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2" name="Text Placeholder 3">
            <a:extLst>
              <a:ext uri="{FF2B5EF4-FFF2-40B4-BE49-F238E27FC236}">
                <a16:creationId xmlns:a16="http://schemas.microsoft.com/office/drawing/2014/main" id="{48A49F3C-B81B-486A-8AC6-0C685BBE0216}"/>
              </a:ext>
            </a:extLst>
          </p:cNvPr>
          <p:cNvSpPr>
            <a:spLocks noGrp="1"/>
          </p:cNvSpPr>
          <p:nvPr>
            <p:ph type="body" sz="quarter" idx="11"/>
          </p:nvPr>
        </p:nvSpPr>
        <p:spPr>
          <a:xfrm>
            <a:off x="998478" y="5007009"/>
            <a:ext cx="5249471"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13" name="Picture Placeholder 3">
            <a:extLst>
              <a:ext uri="{FF2B5EF4-FFF2-40B4-BE49-F238E27FC236}">
                <a16:creationId xmlns:a16="http://schemas.microsoft.com/office/drawing/2014/main" id="{E01A53E6-C071-4F04-8874-C1213CB3BE6E}"/>
              </a:ext>
            </a:extLst>
          </p:cNvPr>
          <p:cNvSpPr>
            <a:spLocks noGrp="1" noChangeAspect="1"/>
          </p:cNvSpPr>
          <p:nvPr>
            <p:ph type="pic" sz="quarter" idx="12"/>
          </p:nvPr>
        </p:nvSpPr>
        <p:spPr>
          <a:xfrm>
            <a:off x="7428967" y="371311"/>
            <a:ext cx="3764557" cy="544569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pic>
        <p:nvPicPr>
          <p:cNvPr id="14" name="Graphic 13">
            <a:extLst>
              <a:ext uri="{FF2B5EF4-FFF2-40B4-BE49-F238E27FC236}">
                <a16:creationId xmlns:a16="http://schemas.microsoft.com/office/drawing/2014/main" id="{2295ABE6-9B30-4315-B16F-C7442D3C71F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1415687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240117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Only">
    <p:bg>
      <p:bgPr>
        <a:solidFill>
          <a:srgbClr val="ACEAFF"/>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86521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1"/>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8" name="Straight Connector 7">
            <a:extLst>
              <a:ext uri="{FF2B5EF4-FFF2-40B4-BE49-F238E27FC236}">
                <a16:creationId xmlns:a16="http://schemas.microsoft.com/office/drawing/2014/main" id="{156A5C29-C797-4C37-9F34-9C206DC1B640}"/>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Graphic 8">
            <a:extLst>
              <a:ext uri="{FF2B5EF4-FFF2-40B4-BE49-F238E27FC236}">
                <a16:creationId xmlns:a16="http://schemas.microsoft.com/office/drawing/2014/main" id="{67E4BFF9-F85A-4638-ADE5-87FB48B6ED46}"/>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0" name="TextBox 9">
            <a:extLst>
              <a:ext uri="{FF2B5EF4-FFF2-40B4-BE49-F238E27FC236}">
                <a16:creationId xmlns:a16="http://schemas.microsoft.com/office/drawing/2014/main" id="{5EED39A2-517E-49F8-B14A-AB13A36BC5F4}"/>
              </a:ext>
              <a:ext uri="{C183D7F6-B498-43B3-948B-1728B52AA6E4}">
                <adec:decorative xmlns:adec="http://schemas.microsoft.com/office/drawing/2017/decorative" val="1"/>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2023 KPMG LLP, a Delaware limited liability partnership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2794682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8400" y="1330126"/>
            <a:ext cx="101952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p:cNvSpPr>
            <a:spLocks noGrp="1"/>
          </p:cNvSpPr>
          <p:nvPr>
            <p:ph type="title"/>
          </p:nvPr>
        </p:nvSpPr>
        <p:spPr/>
        <p:txBody>
          <a:bodyPr/>
          <a:lstStyle/>
          <a:p>
            <a:r>
              <a:rPr lang="en-US"/>
              <a:t>Click to edit Master title style</a:t>
            </a:r>
            <a:endParaRPr lang="en-GB"/>
          </a:p>
        </p:txBody>
      </p:sp>
      <p:sp>
        <p:nvSpPr>
          <p:cNvPr id="2" name="Rectangle 1">
            <a:extLst>
              <a:ext uri="{FF2B5EF4-FFF2-40B4-BE49-F238E27FC236}">
                <a16:creationId xmlns:a16="http://schemas.microsoft.com/office/drawing/2014/main" id="{EE827433-F1FC-C05B-A4B1-9749B3EFFF07}"/>
              </a:ext>
            </a:extLst>
          </p:cNvPr>
          <p:cNvSpPr/>
          <p:nvPr userDrawn="1"/>
        </p:nvSpPr>
        <p:spPr>
          <a:xfrm>
            <a:off x="0" y="0"/>
            <a:ext cx="12192000" cy="157942"/>
          </a:xfrm>
          <a:prstGeom prst="rect">
            <a:avLst/>
          </a:prstGeom>
          <a:gradFill flip="none" rotWithShape="1">
            <a:gsLst>
              <a:gs pos="50000">
                <a:srgbClr val="098E7E"/>
              </a:gs>
              <a:gs pos="0">
                <a:srgbClr val="098E7E"/>
              </a:gs>
              <a:gs pos="100000">
                <a:schemeClr val="tx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900" b="1" dirty="0">
                <a:solidFill>
                  <a:schemeClr val="bg1"/>
                </a:solidFill>
              </a:rPr>
              <a:t>[CLIENT] | KPMG IGA Modernization </a:t>
            </a:r>
          </a:p>
        </p:txBody>
      </p:sp>
    </p:spTree>
    <p:extLst>
      <p:ext uri="{BB962C8B-B14F-4D97-AF65-F5344CB8AC3E}">
        <p14:creationId xmlns:p14="http://schemas.microsoft.com/office/powerpoint/2010/main" val="29238666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en-US"/>
              <a:t>Click to edit</a:t>
            </a:r>
            <a:br>
              <a:rPr lang="en-US"/>
            </a:br>
            <a:r>
              <a:rPr lang="en-US"/>
              <a:t>Master title style</a:t>
            </a:r>
            <a:endParaRPr lang="en-GB"/>
          </a:p>
        </p:txBody>
      </p:sp>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8538" y="1700213"/>
            <a:ext cx="10201275"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055451379"/>
      </p:ext>
    </p:extLst>
  </p:cSld>
  <p:clrMapOvr>
    <a:masterClrMapping/>
  </p:clrMapOvr>
  <p:extLst>
    <p:ext uri="{DCECCB84-F9BA-43D5-87BE-67443E8EF086}">
      <p15:sldGuideLst xmlns:p15="http://schemas.microsoft.com/office/powerpoint/2012/main">
        <p15:guide id="1" orient="horz" pos="107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One Column Text_double title_KPMG Blue">
    <p:bg>
      <p:bgPr>
        <a:solidFill>
          <a:schemeClr val="accent2"/>
        </a:solidFill>
        <a:effectLst/>
      </p:bgPr>
    </p:bg>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solidFill>
                  <a:schemeClr val="bg1"/>
                </a:solidFill>
              </a:defRPr>
            </a:lvl1pPr>
          </a:lstStyle>
          <a:p>
            <a:r>
              <a:rPr lang="en-US"/>
              <a:t>Click to edit</a:t>
            </a:r>
            <a:br>
              <a:rPr lang="en-US"/>
            </a:br>
            <a:r>
              <a:rPr lang="en-US"/>
              <a:t>Master title style</a:t>
            </a:r>
            <a:endParaRPr lang="en-GB"/>
          </a:p>
        </p:txBody>
      </p:sp>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8538" y="1700213"/>
            <a:ext cx="10201275" cy="4176712"/>
          </a:xfrm>
        </p:spPr>
        <p:txBody>
          <a:bodyPr/>
          <a:lstStyle>
            <a:lvl1pPr>
              <a:defRPr>
                <a:solidFill>
                  <a:schemeClr val="bg1"/>
                </a:solidFill>
              </a:defRPr>
            </a:lvl1pPr>
            <a:lvl2pPr>
              <a:defRPr>
                <a:solidFill>
                  <a:schemeClr val="bg1"/>
                </a:solidFill>
              </a:defRPr>
            </a:lvl2pPr>
            <a:lvl3pPr>
              <a:buClrTx/>
              <a:defRPr>
                <a:solidFill>
                  <a:schemeClr val="bg1"/>
                </a:solidFill>
              </a:defRPr>
            </a:lvl3pPr>
            <a:lvl4pPr marL="361950" indent="-180975">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hape 8">
            <a:extLst>
              <a:ext uri="{FF2B5EF4-FFF2-40B4-BE49-F238E27FC236}">
                <a16:creationId xmlns:a16="http://schemas.microsoft.com/office/drawing/2014/main" id="{F4561A05-7671-4539-AB97-A9979F67EB4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6" name="TextBox 5">
            <a:extLst>
              <a:ext uri="{FF2B5EF4-FFF2-40B4-BE49-F238E27FC236}">
                <a16:creationId xmlns:a16="http://schemas.microsoft.com/office/drawing/2014/main" id="{EC919669-F96A-4239-990D-B48E0AE682F3}"/>
              </a:ext>
              <a:ext uri="{C183D7F6-B498-43B3-948B-1728B52AA6E4}">
                <adec:decorative xmlns:adec="http://schemas.microsoft.com/office/drawing/2017/decorative" val="1"/>
              </a:ext>
            </a:extLst>
          </p:cNvPr>
          <p:cNvSpPr txBox="1"/>
          <p:nvPr userDrawn="1">
            <p:custDataLst>
              <p:tags r:id="rId1"/>
            </p:custDataLst>
          </p:nvPr>
        </p:nvSpPr>
        <p:spPr>
          <a:xfrm>
            <a:off x="8820154" y="6295536"/>
            <a:ext cx="201384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9" name="Straight Connector 8">
            <a:extLst>
              <a:ext uri="{FF2B5EF4-FFF2-40B4-BE49-F238E27FC236}">
                <a16:creationId xmlns:a16="http://schemas.microsoft.com/office/drawing/2014/main" id="{89D5ED2D-F17F-4481-8AE6-4D9EA0535145}"/>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raphic 8">
            <a:extLst>
              <a:ext uri="{FF2B5EF4-FFF2-40B4-BE49-F238E27FC236}">
                <a16:creationId xmlns:a16="http://schemas.microsoft.com/office/drawing/2014/main" id="{8D073B6C-A3F6-459D-BC13-DC57D78ED58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1" name="TextBox 10">
            <a:extLst>
              <a:ext uri="{FF2B5EF4-FFF2-40B4-BE49-F238E27FC236}">
                <a16:creationId xmlns:a16="http://schemas.microsoft.com/office/drawing/2014/main" id="{58B35F3A-F28D-44FF-B943-0CAF6B81538D}"/>
              </a:ext>
              <a:ext uri="{C183D7F6-B498-43B3-948B-1728B52AA6E4}">
                <adec:decorative xmlns:adec="http://schemas.microsoft.com/office/drawing/2017/decorative" val="1"/>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2023 KPMG LLP, a Delaware limited liability partnership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2725186985"/>
      </p:ext>
    </p:extLst>
  </p:cSld>
  <p:clrMapOvr>
    <a:masterClrMapping/>
  </p:clrMapOvr>
  <p:extLst>
    <p:ext uri="{DCECCB84-F9BA-43D5-87BE-67443E8EF086}">
      <p15:sldGuideLst xmlns:p15="http://schemas.microsoft.com/office/powerpoint/2012/main">
        <p15:guide id="1" orient="horz" pos="107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One Column Text - Dark BG colour">
    <p:bg>
      <p:bgPr>
        <a:solidFill>
          <a:schemeClr val="accent2"/>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1003200" y="432000"/>
            <a:ext cx="10195200" cy="533400"/>
          </a:xfrm>
        </p:spPr>
        <p:txBody>
          <a:bodyPr/>
          <a:lstStyle>
            <a:lvl1pPr>
              <a:defRPr>
                <a:solidFill>
                  <a:schemeClr val="bg1"/>
                </a:solidFill>
              </a:defRPr>
            </a:lvl1pPr>
          </a:lstStyle>
          <a:p>
            <a:r>
              <a:rPr lang="en-US"/>
              <a:t>Click to edit Master title style</a:t>
            </a:r>
            <a:endParaRPr lang="en-GB"/>
          </a:p>
        </p:txBody>
      </p:sp>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1"/>
              </a:ext>
            </a:extLst>
          </p:cNvPr>
          <p:cNvSpPr txBox="1"/>
          <p:nvPr userDrawn="1">
            <p:custDataLst>
              <p:tags r:id="rId1"/>
            </p:custDataLst>
          </p:nvPr>
        </p:nvSpPr>
        <p:spPr>
          <a:xfrm>
            <a:off x="8896358" y="6295536"/>
            <a:ext cx="1937636"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8" name="Straight Connector 7">
            <a:extLst>
              <a:ext uri="{FF2B5EF4-FFF2-40B4-BE49-F238E27FC236}">
                <a16:creationId xmlns:a16="http://schemas.microsoft.com/office/drawing/2014/main" id="{156A5C29-C797-4C37-9F34-9C206DC1B640}"/>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1330126"/>
            <a:ext cx="102012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Graphic 8">
            <a:extLst>
              <a:ext uri="{FF2B5EF4-FFF2-40B4-BE49-F238E27FC236}">
                <a16:creationId xmlns:a16="http://schemas.microsoft.com/office/drawing/2014/main" id="{98B95CDD-2ABB-4477-9BBC-48463CC47FEF}"/>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0" name="TextBox 9">
            <a:extLst>
              <a:ext uri="{FF2B5EF4-FFF2-40B4-BE49-F238E27FC236}">
                <a16:creationId xmlns:a16="http://schemas.microsoft.com/office/drawing/2014/main" id="{FA4A8017-15F8-4D7E-A849-DB349040C0AA}"/>
              </a:ext>
              <a:ext uri="{C183D7F6-B498-43B3-948B-1728B52AA6E4}">
                <adec:decorative xmlns:adec="http://schemas.microsoft.com/office/drawing/2017/decorative" val="1"/>
              </a:ext>
            </a:extLst>
          </p:cNvPr>
          <p:cNvSpPr txBox="1"/>
          <p:nvPr userDrawn="1">
            <p:custDataLst>
              <p:tags r:id="rId2"/>
            </p:custDataLst>
          </p:nvPr>
        </p:nvSpPr>
        <p:spPr>
          <a:xfrm>
            <a:off x="1885685" y="6266996"/>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2023 KPMG LLP, a Delaware limited liability partnership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36593517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p>
        </p:txBody>
      </p:sp>
      <p:sp>
        <p:nvSpPr>
          <p:cNvPr id="9" name="Text Placeholder 8"/>
          <p:cNvSpPr>
            <a:spLocks noGrp="1"/>
          </p:cNvSpPr>
          <p:nvPr>
            <p:ph type="body" sz="quarter" idx="10"/>
          </p:nvPr>
        </p:nvSpPr>
        <p:spPr>
          <a:xfrm>
            <a:off x="1003200" y="1330126"/>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220800" y="1330126"/>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960089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wo Column Text - Dark BG colour">
    <p:bg>
      <p:bgPr>
        <a:solidFill>
          <a:schemeClr val="accent2"/>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1003200" y="432000"/>
            <a:ext cx="10195200" cy="533400"/>
          </a:xfrm>
        </p:spPr>
        <p:txBody>
          <a:bodyPr/>
          <a:lstStyle>
            <a:lvl1pPr>
              <a:defRPr>
                <a:solidFill>
                  <a:schemeClr val="bg1"/>
                </a:solidFill>
              </a:defRPr>
            </a:lvl1pPr>
          </a:lstStyle>
          <a:p>
            <a:r>
              <a:rPr lang="en-US"/>
              <a:t>Click to edit Master title style</a:t>
            </a:r>
            <a:endParaRPr lang="en-GB"/>
          </a:p>
        </p:txBody>
      </p:sp>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1"/>
              </a:ext>
            </a:extLst>
          </p:cNvPr>
          <p:cNvSpPr txBox="1"/>
          <p:nvPr userDrawn="1">
            <p:custDataLst>
              <p:tags r:id="rId1"/>
            </p:custDataLst>
          </p:nvPr>
        </p:nvSpPr>
        <p:spPr>
          <a:xfrm>
            <a:off x="8864606" y="6295536"/>
            <a:ext cx="1969388"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1" kern="1200" noProof="0">
                <a:solidFill>
                  <a:schemeClr val="bg1"/>
                </a:solidFill>
                <a:latin typeface="+mn-lt"/>
                <a:ea typeface="+mn-ea"/>
                <a:cs typeface="+mn-cs"/>
              </a:rPr>
              <a:t>Document Classification: KPMG Confidential</a:t>
            </a:r>
          </a:p>
        </p:txBody>
      </p:sp>
      <p:cxnSp>
        <p:nvCxnSpPr>
          <p:cNvPr id="8" name="Straight Connector 7">
            <a:extLst>
              <a:ext uri="{FF2B5EF4-FFF2-40B4-BE49-F238E27FC236}">
                <a16:creationId xmlns:a16="http://schemas.microsoft.com/office/drawing/2014/main" id="{156A5C29-C797-4C37-9F34-9C206DC1B640}"/>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1330126"/>
            <a:ext cx="4968000"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6ED3211B-3C86-4413-BA20-A4F81B443BE8}"/>
              </a:ext>
            </a:extLst>
          </p:cNvPr>
          <p:cNvSpPr>
            <a:spLocks noGrp="1"/>
          </p:cNvSpPr>
          <p:nvPr>
            <p:ph type="body" sz="quarter" idx="11"/>
          </p:nvPr>
        </p:nvSpPr>
        <p:spPr>
          <a:xfrm>
            <a:off x="6220800" y="1330126"/>
            <a:ext cx="49688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Graphic 8">
            <a:extLst>
              <a:ext uri="{FF2B5EF4-FFF2-40B4-BE49-F238E27FC236}">
                <a16:creationId xmlns:a16="http://schemas.microsoft.com/office/drawing/2014/main" id="{26EE2363-59EE-4324-9D1D-5A7467133FB7}"/>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1" name="TextBox 10">
            <a:extLst>
              <a:ext uri="{FF2B5EF4-FFF2-40B4-BE49-F238E27FC236}">
                <a16:creationId xmlns:a16="http://schemas.microsoft.com/office/drawing/2014/main" id="{D8BF9E6A-A87D-48EF-84E9-584D965E4190}"/>
              </a:ext>
              <a:ext uri="{C183D7F6-B498-43B3-948B-1728B52AA6E4}">
                <adec:decorative xmlns:adec="http://schemas.microsoft.com/office/drawing/2017/decorative" val="1"/>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2023 KPMG LLP, a Delaware limited liability partnership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13394922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p>
        </p:txBody>
      </p:sp>
      <p:sp>
        <p:nvSpPr>
          <p:cNvPr id="9" name="Text Placeholder 8"/>
          <p:cNvSpPr>
            <a:spLocks noGrp="1"/>
          </p:cNvSpPr>
          <p:nvPr>
            <p:ph type="body" sz="quarter" idx="10"/>
          </p:nvPr>
        </p:nvSpPr>
        <p:spPr>
          <a:xfrm>
            <a:off x="1003200" y="1330126"/>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3"/>
          </p:nvPr>
        </p:nvSpPr>
        <p:spPr>
          <a:xfrm>
            <a:off x="6220800" y="1330126"/>
            <a:ext cx="4968000" cy="4546800"/>
          </a:xfrm>
        </p:spPr>
        <p:txBody>
          <a:bodyPr anchor="ctr"/>
          <a:lstStyle>
            <a:lvl1pPr algn="ctr">
              <a:defRPr/>
            </a:lvl1pPr>
          </a:lstStyle>
          <a:p>
            <a:r>
              <a:rPr lang="en-US"/>
              <a:t>Click icon to add chart</a:t>
            </a:r>
            <a:endParaRPr lang="en-GB"/>
          </a:p>
        </p:txBody>
      </p:sp>
    </p:spTree>
    <p:extLst>
      <p:ext uri="{BB962C8B-B14F-4D97-AF65-F5344CB8AC3E}">
        <p14:creationId xmlns:p14="http://schemas.microsoft.com/office/powerpoint/2010/main" val="1229279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p>
        </p:txBody>
      </p:sp>
      <p:sp>
        <p:nvSpPr>
          <p:cNvPr id="9" name="Text Placeholder 8"/>
          <p:cNvSpPr>
            <a:spLocks noGrp="1"/>
          </p:cNvSpPr>
          <p:nvPr>
            <p:ph type="body" sz="quarter" idx="10"/>
          </p:nvPr>
        </p:nvSpPr>
        <p:spPr>
          <a:xfrm>
            <a:off x="1003200" y="1331360"/>
            <a:ext cx="10195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1"/>
          </p:nvPr>
        </p:nvSpPr>
        <p:spPr>
          <a:xfrm>
            <a:off x="1003200" y="3742126"/>
            <a:ext cx="10195200" cy="2135740"/>
          </a:xfrm>
        </p:spPr>
        <p:txBody>
          <a:bodyPr anchor="ctr"/>
          <a:lstStyle>
            <a:lvl1pPr algn="ctr">
              <a:defRPr/>
            </a:lvl1pPr>
          </a:lstStyle>
          <a:p>
            <a:r>
              <a:rPr lang="en-US"/>
              <a:t>Click icon to add chart</a:t>
            </a:r>
            <a:endParaRPr lang="en-GB"/>
          </a:p>
        </p:txBody>
      </p:sp>
    </p:spTree>
    <p:extLst>
      <p:ext uri="{BB962C8B-B14F-4D97-AF65-F5344CB8AC3E}">
        <p14:creationId xmlns:p14="http://schemas.microsoft.com/office/powerpoint/2010/main" val="36621983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p>
        </p:txBody>
      </p:sp>
      <p:sp>
        <p:nvSpPr>
          <p:cNvPr id="5" name="Chart Placeholder 4"/>
          <p:cNvSpPr>
            <a:spLocks noGrp="1"/>
          </p:cNvSpPr>
          <p:nvPr>
            <p:ph type="chart" sz="quarter" idx="11"/>
          </p:nvPr>
        </p:nvSpPr>
        <p:spPr>
          <a:xfrm>
            <a:off x="6220800" y="1330126"/>
            <a:ext cx="4968000" cy="4546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1003200" y="1330126"/>
            <a:ext cx="4968000" cy="4546800"/>
          </a:xfrm>
        </p:spPr>
        <p:txBody>
          <a:bodyPr anchor="ctr"/>
          <a:lstStyle>
            <a:lvl1pPr algn="ctr">
              <a:defRPr/>
            </a:lvl1pPr>
          </a:lstStyle>
          <a:p>
            <a:r>
              <a:rPr lang="en-US"/>
              <a:t>Click icon to add chart</a:t>
            </a:r>
            <a:endParaRPr lang="en-GB"/>
          </a:p>
        </p:txBody>
      </p:sp>
    </p:spTree>
    <p:extLst>
      <p:ext uri="{BB962C8B-B14F-4D97-AF65-F5344CB8AC3E}">
        <p14:creationId xmlns:p14="http://schemas.microsoft.com/office/powerpoint/2010/main" val="3184440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Column Chat &amp; Text">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p>
        </p:txBody>
      </p:sp>
      <p:sp>
        <p:nvSpPr>
          <p:cNvPr id="5" name="Chart Placeholder 4"/>
          <p:cNvSpPr>
            <a:spLocks noGrp="1"/>
          </p:cNvSpPr>
          <p:nvPr>
            <p:ph type="chart" sz="quarter" idx="11"/>
          </p:nvPr>
        </p:nvSpPr>
        <p:spPr>
          <a:xfrm>
            <a:off x="4507546" y="3742126"/>
            <a:ext cx="3187200" cy="2134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1003200" y="3742126"/>
            <a:ext cx="3187200" cy="2134800"/>
          </a:xfrm>
        </p:spPr>
        <p:txBody>
          <a:bodyPr anchor="ctr"/>
          <a:lstStyle>
            <a:lvl1pPr algn="ctr">
              <a:defRPr/>
            </a:lvl1pPr>
          </a:lstStyle>
          <a:p>
            <a:r>
              <a:rPr lang="en-US"/>
              <a:t>Click icon to add chart</a:t>
            </a:r>
            <a:endParaRPr lang="en-GB"/>
          </a:p>
        </p:txBody>
      </p:sp>
      <p:sp>
        <p:nvSpPr>
          <p:cNvPr id="7" name="Text Placeholder 8"/>
          <p:cNvSpPr>
            <a:spLocks noGrp="1"/>
          </p:cNvSpPr>
          <p:nvPr>
            <p:ph type="body" sz="quarter" idx="10"/>
          </p:nvPr>
        </p:nvSpPr>
        <p:spPr>
          <a:xfrm>
            <a:off x="1003200"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hart Placeholder 4"/>
          <p:cNvSpPr>
            <a:spLocks noGrp="1"/>
          </p:cNvSpPr>
          <p:nvPr>
            <p:ph type="chart" sz="quarter" idx="13"/>
          </p:nvPr>
        </p:nvSpPr>
        <p:spPr>
          <a:xfrm>
            <a:off x="8011892" y="3742126"/>
            <a:ext cx="3187200" cy="2134800"/>
          </a:xfrm>
        </p:spPr>
        <p:txBody>
          <a:bodyPr anchor="ctr"/>
          <a:lstStyle>
            <a:lvl1pPr algn="ctr">
              <a:defRPr/>
            </a:lvl1pPr>
          </a:lstStyle>
          <a:p>
            <a:r>
              <a:rPr lang="en-US"/>
              <a:t>Click icon to add chart</a:t>
            </a:r>
            <a:endParaRPr lang="en-GB"/>
          </a:p>
        </p:txBody>
      </p:sp>
      <p:sp>
        <p:nvSpPr>
          <p:cNvPr id="9" name="Text Placeholder 8"/>
          <p:cNvSpPr>
            <a:spLocks noGrp="1"/>
          </p:cNvSpPr>
          <p:nvPr>
            <p:ph type="body" sz="quarter" idx="14"/>
          </p:nvPr>
        </p:nvSpPr>
        <p:spPr>
          <a:xfrm>
            <a:off x="4507546"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8011892"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927693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4 Column Image &amp; Text">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p>
        </p:txBody>
      </p:sp>
      <p:sp>
        <p:nvSpPr>
          <p:cNvPr id="7" name="Text Placeholder 8"/>
          <p:cNvSpPr>
            <a:spLocks noGrp="1"/>
          </p:cNvSpPr>
          <p:nvPr>
            <p:ph type="body" sz="quarter" idx="10" hasCustomPrompt="1"/>
          </p:nvPr>
        </p:nvSpPr>
        <p:spPr>
          <a:xfrm>
            <a:off x="1003200" y="3500437"/>
            <a:ext cx="2448000" cy="646331"/>
          </a:xfrm>
        </p:spPr>
        <p:txBody>
          <a:bodyPr>
            <a:spAutoFit/>
          </a:bodyPr>
          <a:lstStyle>
            <a:lvl1pPr>
              <a:defRPr sz="2400">
                <a:solidFill>
                  <a:schemeClr val="accent1"/>
                </a:solidFill>
                <a:latin typeface="+mj-lt"/>
              </a:defRPr>
            </a:lvl1pPr>
            <a:lvl2pPr>
              <a:defRPr sz="1300"/>
            </a:lvl2pPr>
          </a:lstStyle>
          <a:p>
            <a:pPr lvl="0"/>
            <a:r>
              <a:rPr lang="en-US"/>
              <a:t>Partner Name</a:t>
            </a:r>
          </a:p>
          <a:p>
            <a:pPr lvl="1"/>
            <a:r>
              <a:rPr lang="en-US"/>
              <a:t>Sector Name</a:t>
            </a:r>
          </a:p>
        </p:txBody>
      </p:sp>
      <p:sp>
        <p:nvSpPr>
          <p:cNvPr id="9" name="Text Placeholder 8"/>
          <p:cNvSpPr>
            <a:spLocks noGrp="1"/>
          </p:cNvSpPr>
          <p:nvPr>
            <p:ph type="body" sz="quarter" idx="14" hasCustomPrompt="1"/>
          </p:nvPr>
        </p:nvSpPr>
        <p:spPr>
          <a:xfrm>
            <a:off x="3582433" y="3500437"/>
            <a:ext cx="2448000" cy="646331"/>
          </a:xfrm>
        </p:spPr>
        <p:txBody>
          <a:bodyPr>
            <a:spAutoFit/>
          </a:bodyPr>
          <a:lstStyle>
            <a:lvl1pPr>
              <a:defRPr sz="2400">
                <a:latin typeface="+mj-lt"/>
              </a:defRPr>
            </a:lvl1pPr>
            <a:lvl2pPr>
              <a:defRPr sz="1300"/>
            </a:lvl2pPr>
          </a:lstStyle>
          <a:p>
            <a:pPr lvl="0"/>
            <a:r>
              <a:rPr lang="en-US"/>
              <a:t>Partner Name</a:t>
            </a:r>
          </a:p>
          <a:p>
            <a:pPr lvl="1"/>
            <a:r>
              <a:rPr lang="en-US"/>
              <a:t>Sector Name</a:t>
            </a:r>
          </a:p>
        </p:txBody>
      </p:sp>
      <p:sp>
        <p:nvSpPr>
          <p:cNvPr id="10" name="Text Placeholder 8"/>
          <p:cNvSpPr>
            <a:spLocks noGrp="1"/>
          </p:cNvSpPr>
          <p:nvPr>
            <p:ph type="body" sz="quarter" idx="15" hasCustomPrompt="1"/>
          </p:nvPr>
        </p:nvSpPr>
        <p:spPr>
          <a:xfrm>
            <a:off x="6161566" y="3500437"/>
            <a:ext cx="2448000" cy="646331"/>
          </a:xfrm>
        </p:spPr>
        <p:txBody>
          <a:bodyPr>
            <a:spAutoFit/>
          </a:bodyPr>
          <a:lstStyle>
            <a:lvl1pPr>
              <a:defRPr sz="2400">
                <a:solidFill>
                  <a:schemeClr val="accent4"/>
                </a:solidFill>
                <a:latin typeface="+mj-lt"/>
              </a:defRPr>
            </a:lvl1pPr>
            <a:lvl2pPr>
              <a:defRPr sz="1300"/>
            </a:lvl2pPr>
          </a:lstStyle>
          <a:p>
            <a:pPr lvl="0"/>
            <a:r>
              <a:rPr lang="en-US"/>
              <a:t>Partner Name</a:t>
            </a:r>
          </a:p>
          <a:p>
            <a:pPr lvl="1"/>
            <a:r>
              <a:rPr lang="en-US"/>
              <a:t>Sector Name</a:t>
            </a:r>
          </a:p>
        </p:txBody>
      </p:sp>
      <p:sp>
        <p:nvSpPr>
          <p:cNvPr id="11" name="Picture Placeholder 10">
            <a:extLst>
              <a:ext uri="{FF2B5EF4-FFF2-40B4-BE49-F238E27FC236}">
                <a16:creationId xmlns:a16="http://schemas.microsoft.com/office/drawing/2014/main" id="{76D499DA-AB3A-42FA-AEC3-59074A9B1432}"/>
              </a:ext>
            </a:extLst>
          </p:cNvPr>
          <p:cNvSpPr>
            <a:spLocks noGrp="1"/>
          </p:cNvSpPr>
          <p:nvPr>
            <p:ph type="pic" sz="quarter" idx="16"/>
          </p:nvPr>
        </p:nvSpPr>
        <p:spPr>
          <a:xfrm>
            <a:off x="1003300" y="1330324"/>
            <a:ext cx="2448000" cy="1900800"/>
          </a:xfrm>
          <a:solidFill>
            <a:schemeClr val="bg2"/>
          </a:solidFill>
        </p:spPr>
        <p:txBody>
          <a:bodyPr anchor="ctr"/>
          <a:lstStyle>
            <a:lvl1pPr algn="ctr">
              <a:defRPr>
                <a:solidFill>
                  <a:schemeClr val="bg1"/>
                </a:solidFill>
              </a:defRPr>
            </a:lvl1pPr>
          </a:lstStyle>
          <a:p>
            <a:endParaRPr lang="en-GB"/>
          </a:p>
        </p:txBody>
      </p:sp>
      <p:sp>
        <p:nvSpPr>
          <p:cNvPr id="12" name="Picture Placeholder 10">
            <a:extLst>
              <a:ext uri="{FF2B5EF4-FFF2-40B4-BE49-F238E27FC236}">
                <a16:creationId xmlns:a16="http://schemas.microsoft.com/office/drawing/2014/main" id="{30087E5F-B6BA-4B21-AEE1-13ECBDE2B7AD}"/>
              </a:ext>
            </a:extLst>
          </p:cNvPr>
          <p:cNvSpPr>
            <a:spLocks noGrp="1"/>
          </p:cNvSpPr>
          <p:nvPr>
            <p:ph type="pic" sz="quarter" idx="17"/>
          </p:nvPr>
        </p:nvSpPr>
        <p:spPr>
          <a:xfrm>
            <a:off x="3582433" y="1330324"/>
            <a:ext cx="2448000" cy="1900800"/>
          </a:xfrm>
          <a:solidFill>
            <a:schemeClr val="bg2"/>
          </a:solidFill>
        </p:spPr>
        <p:txBody>
          <a:bodyPr anchor="ctr"/>
          <a:lstStyle>
            <a:lvl1pPr algn="ctr">
              <a:defRPr>
                <a:solidFill>
                  <a:schemeClr val="bg1"/>
                </a:solidFill>
              </a:defRPr>
            </a:lvl1pPr>
          </a:lstStyle>
          <a:p>
            <a:endParaRPr lang="en-GB"/>
          </a:p>
        </p:txBody>
      </p:sp>
      <p:sp>
        <p:nvSpPr>
          <p:cNvPr id="13" name="Picture Placeholder 10">
            <a:extLst>
              <a:ext uri="{FF2B5EF4-FFF2-40B4-BE49-F238E27FC236}">
                <a16:creationId xmlns:a16="http://schemas.microsoft.com/office/drawing/2014/main" id="{787444CB-F6F1-40E7-BD1A-43812BC02BEE}"/>
              </a:ext>
            </a:extLst>
          </p:cNvPr>
          <p:cNvSpPr>
            <a:spLocks noGrp="1"/>
          </p:cNvSpPr>
          <p:nvPr>
            <p:ph type="pic" sz="quarter" idx="18"/>
          </p:nvPr>
        </p:nvSpPr>
        <p:spPr>
          <a:xfrm>
            <a:off x="6161566" y="1330324"/>
            <a:ext cx="2448000" cy="1900800"/>
          </a:xfrm>
          <a:solidFill>
            <a:schemeClr val="bg2"/>
          </a:solidFill>
        </p:spPr>
        <p:txBody>
          <a:bodyPr anchor="ctr"/>
          <a:lstStyle>
            <a:lvl1pPr algn="ctr">
              <a:defRPr>
                <a:solidFill>
                  <a:schemeClr val="bg1"/>
                </a:solidFill>
              </a:defRPr>
            </a:lvl1pPr>
          </a:lstStyle>
          <a:p>
            <a:endParaRPr lang="en-GB"/>
          </a:p>
        </p:txBody>
      </p:sp>
      <p:sp>
        <p:nvSpPr>
          <p:cNvPr id="14" name="Picture Placeholder 10">
            <a:extLst>
              <a:ext uri="{FF2B5EF4-FFF2-40B4-BE49-F238E27FC236}">
                <a16:creationId xmlns:a16="http://schemas.microsoft.com/office/drawing/2014/main" id="{BF16C7DF-AAFB-48BF-9719-BEDB49FA0EA7}"/>
              </a:ext>
            </a:extLst>
          </p:cNvPr>
          <p:cNvSpPr>
            <a:spLocks noGrp="1"/>
          </p:cNvSpPr>
          <p:nvPr>
            <p:ph type="pic" sz="quarter" idx="19"/>
          </p:nvPr>
        </p:nvSpPr>
        <p:spPr>
          <a:xfrm>
            <a:off x="8740700" y="1330324"/>
            <a:ext cx="2448000" cy="1900800"/>
          </a:xfrm>
          <a:solidFill>
            <a:schemeClr val="bg2"/>
          </a:solidFill>
        </p:spPr>
        <p:txBody>
          <a:bodyPr anchor="ctr"/>
          <a:lstStyle>
            <a:lvl1pPr algn="ctr">
              <a:defRPr>
                <a:solidFill>
                  <a:schemeClr val="bg1"/>
                </a:solidFill>
              </a:defRPr>
            </a:lvl1pPr>
          </a:lstStyle>
          <a:p>
            <a:endParaRPr lang="en-GB"/>
          </a:p>
        </p:txBody>
      </p:sp>
      <p:sp>
        <p:nvSpPr>
          <p:cNvPr id="16" name="Text Placeholder 15">
            <a:extLst>
              <a:ext uri="{FF2B5EF4-FFF2-40B4-BE49-F238E27FC236}">
                <a16:creationId xmlns:a16="http://schemas.microsoft.com/office/drawing/2014/main" id="{7BE82B65-4225-4835-9D11-414E80A480D6}"/>
              </a:ext>
            </a:extLst>
          </p:cNvPr>
          <p:cNvSpPr>
            <a:spLocks noGrp="1"/>
          </p:cNvSpPr>
          <p:nvPr>
            <p:ph type="body" sz="quarter" idx="20" hasCustomPrompt="1"/>
          </p:nvPr>
        </p:nvSpPr>
        <p:spPr>
          <a:xfrm>
            <a:off x="8740700" y="3500437"/>
            <a:ext cx="2448000" cy="646331"/>
          </a:xfrm>
        </p:spPr>
        <p:txBody>
          <a:bodyPr>
            <a:spAutoFit/>
          </a:bodyPr>
          <a:lstStyle>
            <a:lvl1pPr>
              <a:defRPr sz="2400">
                <a:solidFill>
                  <a:schemeClr val="accent5"/>
                </a:solidFill>
                <a:latin typeface="+mj-lt"/>
              </a:defRPr>
            </a:lvl1pPr>
            <a:lvl2pPr>
              <a:defRPr sz="1300"/>
            </a:lvl2pPr>
          </a:lstStyle>
          <a:p>
            <a:pPr lvl="0"/>
            <a:r>
              <a:rPr lang="en-US"/>
              <a:t>Partner Name</a:t>
            </a:r>
          </a:p>
          <a:p>
            <a:pPr lvl="1"/>
            <a:r>
              <a:rPr lang="en-US"/>
              <a:t>Sector Name</a:t>
            </a:r>
          </a:p>
        </p:txBody>
      </p:sp>
      <p:sp>
        <p:nvSpPr>
          <p:cNvPr id="18" name="Text Placeholder 17">
            <a:extLst>
              <a:ext uri="{FF2B5EF4-FFF2-40B4-BE49-F238E27FC236}">
                <a16:creationId xmlns:a16="http://schemas.microsoft.com/office/drawing/2014/main" id="{E24AF4F7-6286-4F12-8CC6-9D3D2C2EA2F0}"/>
              </a:ext>
            </a:extLst>
          </p:cNvPr>
          <p:cNvSpPr>
            <a:spLocks noGrp="1"/>
          </p:cNvSpPr>
          <p:nvPr>
            <p:ph type="body" sz="quarter" idx="21" hasCustomPrompt="1"/>
          </p:nvPr>
        </p:nvSpPr>
        <p:spPr>
          <a:xfrm>
            <a:off x="2857953" y="1330324"/>
            <a:ext cx="593348" cy="565319"/>
          </a:xfrm>
          <a:custGeom>
            <a:avLst/>
            <a:gdLst>
              <a:gd name="connsiteX0" fmla="*/ 0 w 10000"/>
              <a:gd name="connsiteY0" fmla="*/ 0 h 10000"/>
              <a:gd name="connsiteX1" fmla="*/ 10000 w 10000"/>
              <a:gd name="connsiteY1" fmla="*/ 0 h 10000"/>
              <a:gd name="connsiteX2" fmla="*/ 5000 w 10000"/>
              <a:gd name="connsiteY2" fmla="*/ 10000 h 10000"/>
              <a:gd name="connsiteX3" fmla="*/ 0 w 10000"/>
              <a:gd name="connsiteY3" fmla="*/ 0 h 10000"/>
              <a:gd name="connsiteX0" fmla="*/ 0 w 10000"/>
              <a:gd name="connsiteY0" fmla="*/ 0 h 11392"/>
              <a:gd name="connsiteX1" fmla="*/ 10000 w 10000"/>
              <a:gd name="connsiteY1" fmla="*/ 0 h 11392"/>
              <a:gd name="connsiteX2" fmla="*/ 9996 w 10000"/>
              <a:gd name="connsiteY2" fmla="*/ 11392 h 11392"/>
              <a:gd name="connsiteX3" fmla="*/ 0 w 10000"/>
              <a:gd name="connsiteY3" fmla="*/ 0 h 11392"/>
              <a:gd name="connsiteX0" fmla="*/ 0 w 12833"/>
              <a:gd name="connsiteY0" fmla="*/ 48 h 11392"/>
              <a:gd name="connsiteX1" fmla="*/ 12833 w 12833"/>
              <a:gd name="connsiteY1" fmla="*/ 0 h 11392"/>
              <a:gd name="connsiteX2" fmla="*/ 12829 w 12833"/>
              <a:gd name="connsiteY2" fmla="*/ 11392 h 11392"/>
              <a:gd name="connsiteX3" fmla="*/ 0 w 12833"/>
              <a:gd name="connsiteY3" fmla="*/ 48 h 11392"/>
            </a:gdLst>
            <a:ahLst/>
            <a:cxnLst>
              <a:cxn ang="0">
                <a:pos x="connsiteX0" y="connsiteY0"/>
              </a:cxn>
              <a:cxn ang="0">
                <a:pos x="connsiteX1" y="connsiteY1"/>
              </a:cxn>
              <a:cxn ang="0">
                <a:pos x="connsiteX2" y="connsiteY2"/>
              </a:cxn>
              <a:cxn ang="0">
                <a:pos x="connsiteX3" y="connsiteY3"/>
              </a:cxn>
            </a:cxnLst>
            <a:rect l="l" t="t" r="r" b="b"/>
            <a:pathLst>
              <a:path w="12833" h="11392">
                <a:moveTo>
                  <a:pt x="0" y="48"/>
                </a:moveTo>
                <a:lnTo>
                  <a:pt x="12833" y="0"/>
                </a:lnTo>
                <a:cubicBezTo>
                  <a:pt x="12832" y="3797"/>
                  <a:pt x="12830" y="7595"/>
                  <a:pt x="12829" y="11392"/>
                </a:cubicBezTo>
                <a:lnTo>
                  <a:pt x="0" y="48"/>
                </a:lnTo>
                <a:close/>
              </a:path>
            </a:pathLst>
          </a:custGeom>
          <a:solidFill>
            <a:schemeClr val="accent1"/>
          </a:solidFill>
        </p:spPr>
        <p:txBody>
          <a:bodyPr wrap="none" lIns="216000" tIns="0" bIns="288000" anchor="ctr" anchorCtr="1">
            <a:noAutofit/>
          </a:bodyPr>
          <a:lstStyle>
            <a:lvl1pPr algn="r">
              <a:defRPr lang="en-GB" sz="1600" b="0" kern="1200" spc="20" baseline="0" dirty="0">
                <a:solidFill>
                  <a:schemeClr val="bg1"/>
                </a:solidFill>
                <a:latin typeface="+mn-lt"/>
                <a:ea typeface="+mn-ea"/>
                <a:cs typeface="+mn-cs"/>
              </a:defRPr>
            </a:lvl1pPr>
            <a:lvl5pPr>
              <a:defRPr/>
            </a:lvl5pPr>
          </a:lstStyle>
          <a:p>
            <a:pPr marL="0" lvl="0" indent="0" algn="l" defTabSz="914400" rtl="0" eaLnBrk="1" latinLnBrk="0" hangingPunct="1">
              <a:lnSpc>
                <a:spcPct val="110000"/>
              </a:lnSpc>
              <a:spcBef>
                <a:spcPts val="0"/>
              </a:spcBef>
              <a:spcAft>
                <a:spcPts val="600"/>
              </a:spcAft>
              <a:buFontTx/>
              <a:buNone/>
            </a:pPr>
            <a:r>
              <a:rPr lang="en-US"/>
              <a:t>01</a:t>
            </a:r>
            <a:endParaRPr lang="en-GB"/>
          </a:p>
        </p:txBody>
      </p:sp>
      <p:sp>
        <p:nvSpPr>
          <p:cNvPr id="27" name="Text Placeholder 26">
            <a:extLst>
              <a:ext uri="{FF2B5EF4-FFF2-40B4-BE49-F238E27FC236}">
                <a16:creationId xmlns:a16="http://schemas.microsoft.com/office/drawing/2014/main" id="{8A1AAB6E-94B2-4E91-9CEB-50E84434F063}"/>
              </a:ext>
            </a:extLst>
          </p:cNvPr>
          <p:cNvSpPr>
            <a:spLocks noGrp="1"/>
          </p:cNvSpPr>
          <p:nvPr>
            <p:ph type="body" sz="quarter" idx="25" hasCustomPrompt="1"/>
          </p:nvPr>
        </p:nvSpPr>
        <p:spPr>
          <a:xfrm>
            <a:off x="995363" y="4343400"/>
            <a:ext cx="2448000" cy="1533525"/>
          </a:xfrm>
        </p:spPr>
        <p:txBody>
          <a:bodyPr/>
          <a:lstStyle>
            <a:lvl2pPr>
              <a:defRPr sz="1300"/>
            </a:lvl2pPr>
          </a:lstStyle>
          <a:p>
            <a:pPr lvl="1"/>
            <a:r>
              <a:rPr lang="en-US"/>
              <a:t>Text Placeholder</a:t>
            </a:r>
          </a:p>
        </p:txBody>
      </p:sp>
      <p:sp>
        <p:nvSpPr>
          <p:cNvPr id="29" name="Text Placeholder 28">
            <a:extLst>
              <a:ext uri="{FF2B5EF4-FFF2-40B4-BE49-F238E27FC236}">
                <a16:creationId xmlns:a16="http://schemas.microsoft.com/office/drawing/2014/main" id="{441DA198-669A-415B-9D0E-89D5BDCB8BF1}"/>
              </a:ext>
            </a:extLst>
          </p:cNvPr>
          <p:cNvSpPr>
            <a:spLocks noGrp="1"/>
          </p:cNvSpPr>
          <p:nvPr>
            <p:ph type="body" sz="quarter" idx="26" hasCustomPrompt="1"/>
          </p:nvPr>
        </p:nvSpPr>
        <p:spPr>
          <a:xfrm>
            <a:off x="3582433" y="4343400"/>
            <a:ext cx="2448000" cy="1533525"/>
          </a:xfrm>
        </p:spPr>
        <p:txBody>
          <a:bodyPr/>
          <a:lstStyle>
            <a:lvl2pPr>
              <a:defRPr sz="1300"/>
            </a:lvl2pPr>
          </a:lstStyle>
          <a:p>
            <a:pPr lvl="1"/>
            <a:r>
              <a:rPr lang="en-US"/>
              <a:t>Text Placeholder</a:t>
            </a:r>
          </a:p>
        </p:txBody>
      </p:sp>
      <p:sp>
        <p:nvSpPr>
          <p:cNvPr id="31" name="Text Placeholder 30">
            <a:extLst>
              <a:ext uri="{FF2B5EF4-FFF2-40B4-BE49-F238E27FC236}">
                <a16:creationId xmlns:a16="http://schemas.microsoft.com/office/drawing/2014/main" id="{BDC5114C-C3D2-49E7-A38D-466F95B5A2BA}"/>
              </a:ext>
            </a:extLst>
          </p:cNvPr>
          <p:cNvSpPr>
            <a:spLocks noGrp="1"/>
          </p:cNvSpPr>
          <p:nvPr>
            <p:ph type="body" sz="quarter" idx="27" hasCustomPrompt="1"/>
          </p:nvPr>
        </p:nvSpPr>
        <p:spPr>
          <a:xfrm>
            <a:off x="6161566" y="4343400"/>
            <a:ext cx="2448000" cy="1533525"/>
          </a:xfrm>
        </p:spPr>
        <p:txBody>
          <a:bodyPr/>
          <a:lstStyle>
            <a:lvl2pPr>
              <a:defRPr sz="1300"/>
            </a:lvl2pPr>
          </a:lstStyle>
          <a:p>
            <a:pPr lvl="1"/>
            <a:r>
              <a:rPr lang="en-US"/>
              <a:t>Text Placeholder</a:t>
            </a:r>
          </a:p>
        </p:txBody>
      </p:sp>
      <p:sp>
        <p:nvSpPr>
          <p:cNvPr id="33" name="Text Placeholder 32">
            <a:extLst>
              <a:ext uri="{FF2B5EF4-FFF2-40B4-BE49-F238E27FC236}">
                <a16:creationId xmlns:a16="http://schemas.microsoft.com/office/drawing/2014/main" id="{A468C94C-268F-4547-8993-7B47FB365E82}"/>
              </a:ext>
            </a:extLst>
          </p:cNvPr>
          <p:cNvSpPr>
            <a:spLocks noGrp="1"/>
          </p:cNvSpPr>
          <p:nvPr>
            <p:ph type="body" sz="quarter" idx="28" hasCustomPrompt="1"/>
          </p:nvPr>
        </p:nvSpPr>
        <p:spPr>
          <a:xfrm>
            <a:off x="8740700" y="4343400"/>
            <a:ext cx="2448000" cy="1533525"/>
          </a:xfrm>
        </p:spPr>
        <p:txBody>
          <a:bodyPr/>
          <a:lstStyle>
            <a:lvl2pPr>
              <a:defRPr sz="1300"/>
            </a:lvl2pPr>
          </a:lstStyle>
          <a:p>
            <a:pPr lvl="1"/>
            <a:r>
              <a:rPr lang="en-US"/>
              <a:t>Text Placeholder</a:t>
            </a:r>
          </a:p>
        </p:txBody>
      </p:sp>
      <p:sp>
        <p:nvSpPr>
          <p:cNvPr id="39" name="Text Placeholder 17">
            <a:extLst>
              <a:ext uri="{FF2B5EF4-FFF2-40B4-BE49-F238E27FC236}">
                <a16:creationId xmlns:a16="http://schemas.microsoft.com/office/drawing/2014/main" id="{CA373DA8-5766-4E27-AB6B-2D49F7E78419}"/>
              </a:ext>
            </a:extLst>
          </p:cNvPr>
          <p:cNvSpPr>
            <a:spLocks noGrp="1"/>
          </p:cNvSpPr>
          <p:nvPr>
            <p:ph type="body" sz="quarter" idx="29" hasCustomPrompt="1"/>
          </p:nvPr>
        </p:nvSpPr>
        <p:spPr>
          <a:xfrm>
            <a:off x="5437085" y="1330324"/>
            <a:ext cx="593348" cy="565319"/>
          </a:xfrm>
          <a:custGeom>
            <a:avLst/>
            <a:gdLst>
              <a:gd name="connsiteX0" fmla="*/ 0 w 10000"/>
              <a:gd name="connsiteY0" fmla="*/ 0 h 10000"/>
              <a:gd name="connsiteX1" fmla="*/ 10000 w 10000"/>
              <a:gd name="connsiteY1" fmla="*/ 0 h 10000"/>
              <a:gd name="connsiteX2" fmla="*/ 5000 w 10000"/>
              <a:gd name="connsiteY2" fmla="*/ 10000 h 10000"/>
              <a:gd name="connsiteX3" fmla="*/ 0 w 10000"/>
              <a:gd name="connsiteY3" fmla="*/ 0 h 10000"/>
              <a:gd name="connsiteX0" fmla="*/ 0 w 10000"/>
              <a:gd name="connsiteY0" fmla="*/ 0 h 11392"/>
              <a:gd name="connsiteX1" fmla="*/ 10000 w 10000"/>
              <a:gd name="connsiteY1" fmla="*/ 0 h 11392"/>
              <a:gd name="connsiteX2" fmla="*/ 9996 w 10000"/>
              <a:gd name="connsiteY2" fmla="*/ 11392 h 11392"/>
              <a:gd name="connsiteX3" fmla="*/ 0 w 10000"/>
              <a:gd name="connsiteY3" fmla="*/ 0 h 11392"/>
              <a:gd name="connsiteX0" fmla="*/ 0 w 12833"/>
              <a:gd name="connsiteY0" fmla="*/ 48 h 11392"/>
              <a:gd name="connsiteX1" fmla="*/ 12833 w 12833"/>
              <a:gd name="connsiteY1" fmla="*/ 0 h 11392"/>
              <a:gd name="connsiteX2" fmla="*/ 12829 w 12833"/>
              <a:gd name="connsiteY2" fmla="*/ 11392 h 11392"/>
              <a:gd name="connsiteX3" fmla="*/ 0 w 12833"/>
              <a:gd name="connsiteY3" fmla="*/ 48 h 11392"/>
            </a:gdLst>
            <a:ahLst/>
            <a:cxnLst>
              <a:cxn ang="0">
                <a:pos x="connsiteX0" y="connsiteY0"/>
              </a:cxn>
              <a:cxn ang="0">
                <a:pos x="connsiteX1" y="connsiteY1"/>
              </a:cxn>
              <a:cxn ang="0">
                <a:pos x="connsiteX2" y="connsiteY2"/>
              </a:cxn>
              <a:cxn ang="0">
                <a:pos x="connsiteX3" y="connsiteY3"/>
              </a:cxn>
            </a:cxnLst>
            <a:rect l="l" t="t" r="r" b="b"/>
            <a:pathLst>
              <a:path w="12833" h="11392">
                <a:moveTo>
                  <a:pt x="0" y="48"/>
                </a:moveTo>
                <a:lnTo>
                  <a:pt x="12833" y="0"/>
                </a:lnTo>
                <a:cubicBezTo>
                  <a:pt x="12832" y="3797"/>
                  <a:pt x="12830" y="7595"/>
                  <a:pt x="12829" y="11392"/>
                </a:cubicBezTo>
                <a:lnTo>
                  <a:pt x="0" y="48"/>
                </a:lnTo>
                <a:close/>
              </a:path>
            </a:pathLst>
          </a:custGeom>
          <a:solidFill>
            <a:schemeClr val="accent2"/>
          </a:solidFill>
        </p:spPr>
        <p:txBody>
          <a:bodyPr wrap="none" lIns="216000" tIns="0" bIns="288000" anchor="ctr" anchorCtr="1">
            <a:noAutofit/>
          </a:bodyPr>
          <a:lstStyle>
            <a:lvl1pPr algn="r">
              <a:defRPr lang="en-GB" sz="1600" b="0" kern="1200" spc="20" baseline="0" dirty="0">
                <a:solidFill>
                  <a:schemeClr val="bg1"/>
                </a:solidFill>
                <a:latin typeface="+mn-lt"/>
                <a:ea typeface="+mn-ea"/>
                <a:cs typeface="+mn-cs"/>
              </a:defRPr>
            </a:lvl1pPr>
            <a:lvl5pPr>
              <a:defRPr/>
            </a:lvl5pPr>
          </a:lstStyle>
          <a:p>
            <a:pPr marL="0" lvl="0" indent="0" algn="l" defTabSz="914400" rtl="0" eaLnBrk="1" latinLnBrk="0" hangingPunct="1">
              <a:lnSpc>
                <a:spcPct val="110000"/>
              </a:lnSpc>
              <a:spcBef>
                <a:spcPts val="0"/>
              </a:spcBef>
              <a:spcAft>
                <a:spcPts val="600"/>
              </a:spcAft>
              <a:buFontTx/>
              <a:buNone/>
            </a:pPr>
            <a:r>
              <a:rPr lang="en-US"/>
              <a:t>02</a:t>
            </a:r>
            <a:endParaRPr lang="en-GB"/>
          </a:p>
        </p:txBody>
      </p:sp>
      <p:sp>
        <p:nvSpPr>
          <p:cNvPr id="40" name="Text Placeholder 17">
            <a:extLst>
              <a:ext uri="{FF2B5EF4-FFF2-40B4-BE49-F238E27FC236}">
                <a16:creationId xmlns:a16="http://schemas.microsoft.com/office/drawing/2014/main" id="{72EC7370-28C3-4DEF-9936-6044EC44FDC7}"/>
              </a:ext>
            </a:extLst>
          </p:cNvPr>
          <p:cNvSpPr>
            <a:spLocks noGrp="1"/>
          </p:cNvSpPr>
          <p:nvPr>
            <p:ph type="body" sz="quarter" idx="30" hasCustomPrompt="1"/>
          </p:nvPr>
        </p:nvSpPr>
        <p:spPr>
          <a:xfrm>
            <a:off x="8016218" y="1330324"/>
            <a:ext cx="593348" cy="565319"/>
          </a:xfrm>
          <a:custGeom>
            <a:avLst/>
            <a:gdLst>
              <a:gd name="connsiteX0" fmla="*/ 0 w 10000"/>
              <a:gd name="connsiteY0" fmla="*/ 0 h 10000"/>
              <a:gd name="connsiteX1" fmla="*/ 10000 w 10000"/>
              <a:gd name="connsiteY1" fmla="*/ 0 h 10000"/>
              <a:gd name="connsiteX2" fmla="*/ 5000 w 10000"/>
              <a:gd name="connsiteY2" fmla="*/ 10000 h 10000"/>
              <a:gd name="connsiteX3" fmla="*/ 0 w 10000"/>
              <a:gd name="connsiteY3" fmla="*/ 0 h 10000"/>
              <a:gd name="connsiteX0" fmla="*/ 0 w 10000"/>
              <a:gd name="connsiteY0" fmla="*/ 0 h 11392"/>
              <a:gd name="connsiteX1" fmla="*/ 10000 w 10000"/>
              <a:gd name="connsiteY1" fmla="*/ 0 h 11392"/>
              <a:gd name="connsiteX2" fmla="*/ 9996 w 10000"/>
              <a:gd name="connsiteY2" fmla="*/ 11392 h 11392"/>
              <a:gd name="connsiteX3" fmla="*/ 0 w 10000"/>
              <a:gd name="connsiteY3" fmla="*/ 0 h 11392"/>
              <a:gd name="connsiteX0" fmla="*/ 0 w 12833"/>
              <a:gd name="connsiteY0" fmla="*/ 48 h 11392"/>
              <a:gd name="connsiteX1" fmla="*/ 12833 w 12833"/>
              <a:gd name="connsiteY1" fmla="*/ 0 h 11392"/>
              <a:gd name="connsiteX2" fmla="*/ 12829 w 12833"/>
              <a:gd name="connsiteY2" fmla="*/ 11392 h 11392"/>
              <a:gd name="connsiteX3" fmla="*/ 0 w 12833"/>
              <a:gd name="connsiteY3" fmla="*/ 48 h 11392"/>
            </a:gdLst>
            <a:ahLst/>
            <a:cxnLst>
              <a:cxn ang="0">
                <a:pos x="connsiteX0" y="connsiteY0"/>
              </a:cxn>
              <a:cxn ang="0">
                <a:pos x="connsiteX1" y="connsiteY1"/>
              </a:cxn>
              <a:cxn ang="0">
                <a:pos x="connsiteX2" y="connsiteY2"/>
              </a:cxn>
              <a:cxn ang="0">
                <a:pos x="connsiteX3" y="connsiteY3"/>
              </a:cxn>
            </a:cxnLst>
            <a:rect l="l" t="t" r="r" b="b"/>
            <a:pathLst>
              <a:path w="12833" h="11392">
                <a:moveTo>
                  <a:pt x="0" y="48"/>
                </a:moveTo>
                <a:lnTo>
                  <a:pt x="12833" y="0"/>
                </a:lnTo>
                <a:cubicBezTo>
                  <a:pt x="12832" y="3797"/>
                  <a:pt x="12830" y="7595"/>
                  <a:pt x="12829" y="11392"/>
                </a:cubicBezTo>
                <a:lnTo>
                  <a:pt x="0" y="48"/>
                </a:lnTo>
                <a:close/>
              </a:path>
            </a:pathLst>
          </a:custGeom>
          <a:solidFill>
            <a:schemeClr val="accent4"/>
          </a:solidFill>
        </p:spPr>
        <p:txBody>
          <a:bodyPr wrap="none" lIns="216000" tIns="0" bIns="288000" anchor="ctr" anchorCtr="1">
            <a:noAutofit/>
          </a:bodyPr>
          <a:lstStyle>
            <a:lvl1pPr algn="r">
              <a:defRPr lang="en-GB" sz="1600" b="0" kern="1200" spc="20" baseline="0" dirty="0">
                <a:solidFill>
                  <a:schemeClr val="bg1"/>
                </a:solidFill>
                <a:latin typeface="+mn-lt"/>
                <a:ea typeface="+mn-ea"/>
                <a:cs typeface="+mn-cs"/>
              </a:defRPr>
            </a:lvl1pPr>
            <a:lvl5pPr>
              <a:defRPr/>
            </a:lvl5pPr>
          </a:lstStyle>
          <a:p>
            <a:pPr marL="0" lvl="0" indent="0" algn="l" defTabSz="914400" rtl="0" eaLnBrk="1" latinLnBrk="0" hangingPunct="1">
              <a:lnSpc>
                <a:spcPct val="110000"/>
              </a:lnSpc>
              <a:spcBef>
                <a:spcPts val="0"/>
              </a:spcBef>
              <a:spcAft>
                <a:spcPts val="600"/>
              </a:spcAft>
              <a:buFontTx/>
              <a:buNone/>
            </a:pPr>
            <a:r>
              <a:rPr lang="en-US"/>
              <a:t>03</a:t>
            </a:r>
            <a:endParaRPr lang="en-GB"/>
          </a:p>
        </p:txBody>
      </p:sp>
      <p:sp>
        <p:nvSpPr>
          <p:cNvPr id="41" name="Text Placeholder 17">
            <a:extLst>
              <a:ext uri="{FF2B5EF4-FFF2-40B4-BE49-F238E27FC236}">
                <a16:creationId xmlns:a16="http://schemas.microsoft.com/office/drawing/2014/main" id="{CA9841A3-E975-4AA0-932D-99A38F361989}"/>
              </a:ext>
            </a:extLst>
          </p:cNvPr>
          <p:cNvSpPr>
            <a:spLocks noGrp="1"/>
          </p:cNvSpPr>
          <p:nvPr>
            <p:ph type="body" sz="quarter" idx="31" hasCustomPrompt="1"/>
          </p:nvPr>
        </p:nvSpPr>
        <p:spPr>
          <a:xfrm>
            <a:off x="10595352" y="1330324"/>
            <a:ext cx="593348" cy="565319"/>
          </a:xfrm>
          <a:custGeom>
            <a:avLst/>
            <a:gdLst>
              <a:gd name="connsiteX0" fmla="*/ 0 w 10000"/>
              <a:gd name="connsiteY0" fmla="*/ 0 h 10000"/>
              <a:gd name="connsiteX1" fmla="*/ 10000 w 10000"/>
              <a:gd name="connsiteY1" fmla="*/ 0 h 10000"/>
              <a:gd name="connsiteX2" fmla="*/ 5000 w 10000"/>
              <a:gd name="connsiteY2" fmla="*/ 10000 h 10000"/>
              <a:gd name="connsiteX3" fmla="*/ 0 w 10000"/>
              <a:gd name="connsiteY3" fmla="*/ 0 h 10000"/>
              <a:gd name="connsiteX0" fmla="*/ 0 w 10000"/>
              <a:gd name="connsiteY0" fmla="*/ 0 h 11392"/>
              <a:gd name="connsiteX1" fmla="*/ 10000 w 10000"/>
              <a:gd name="connsiteY1" fmla="*/ 0 h 11392"/>
              <a:gd name="connsiteX2" fmla="*/ 9996 w 10000"/>
              <a:gd name="connsiteY2" fmla="*/ 11392 h 11392"/>
              <a:gd name="connsiteX3" fmla="*/ 0 w 10000"/>
              <a:gd name="connsiteY3" fmla="*/ 0 h 11392"/>
              <a:gd name="connsiteX0" fmla="*/ 0 w 12833"/>
              <a:gd name="connsiteY0" fmla="*/ 48 h 11392"/>
              <a:gd name="connsiteX1" fmla="*/ 12833 w 12833"/>
              <a:gd name="connsiteY1" fmla="*/ 0 h 11392"/>
              <a:gd name="connsiteX2" fmla="*/ 12829 w 12833"/>
              <a:gd name="connsiteY2" fmla="*/ 11392 h 11392"/>
              <a:gd name="connsiteX3" fmla="*/ 0 w 12833"/>
              <a:gd name="connsiteY3" fmla="*/ 48 h 11392"/>
            </a:gdLst>
            <a:ahLst/>
            <a:cxnLst>
              <a:cxn ang="0">
                <a:pos x="connsiteX0" y="connsiteY0"/>
              </a:cxn>
              <a:cxn ang="0">
                <a:pos x="connsiteX1" y="connsiteY1"/>
              </a:cxn>
              <a:cxn ang="0">
                <a:pos x="connsiteX2" y="connsiteY2"/>
              </a:cxn>
              <a:cxn ang="0">
                <a:pos x="connsiteX3" y="connsiteY3"/>
              </a:cxn>
            </a:cxnLst>
            <a:rect l="l" t="t" r="r" b="b"/>
            <a:pathLst>
              <a:path w="12833" h="11392">
                <a:moveTo>
                  <a:pt x="0" y="48"/>
                </a:moveTo>
                <a:lnTo>
                  <a:pt x="12833" y="0"/>
                </a:lnTo>
                <a:cubicBezTo>
                  <a:pt x="12832" y="3797"/>
                  <a:pt x="12830" y="7595"/>
                  <a:pt x="12829" y="11392"/>
                </a:cubicBezTo>
                <a:lnTo>
                  <a:pt x="0" y="48"/>
                </a:lnTo>
                <a:close/>
              </a:path>
            </a:pathLst>
          </a:custGeom>
          <a:solidFill>
            <a:schemeClr val="accent5"/>
          </a:solidFill>
        </p:spPr>
        <p:txBody>
          <a:bodyPr wrap="none" lIns="216000" tIns="0" bIns="288000" anchor="ctr" anchorCtr="1">
            <a:noAutofit/>
          </a:bodyPr>
          <a:lstStyle>
            <a:lvl1pPr algn="r">
              <a:defRPr lang="en-GB" sz="1600" b="0" kern="1200" spc="20" baseline="0" dirty="0">
                <a:solidFill>
                  <a:schemeClr val="bg1"/>
                </a:solidFill>
                <a:latin typeface="+mn-lt"/>
                <a:ea typeface="+mn-ea"/>
                <a:cs typeface="+mn-cs"/>
              </a:defRPr>
            </a:lvl1pPr>
            <a:lvl5pPr>
              <a:defRPr/>
            </a:lvl5pPr>
          </a:lstStyle>
          <a:p>
            <a:pPr marL="0" lvl="0" indent="0" algn="l" defTabSz="914400" rtl="0" eaLnBrk="1" latinLnBrk="0" hangingPunct="1">
              <a:lnSpc>
                <a:spcPct val="110000"/>
              </a:lnSpc>
              <a:spcBef>
                <a:spcPts val="0"/>
              </a:spcBef>
              <a:spcAft>
                <a:spcPts val="600"/>
              </a:spcAft>
              <a:buFontTx/>
              <a:buNone/>
            </a:pPr>
            <a:r>
              <a:rPr lang="en-US"/>
              <a:t>04</a:t>
            </a:r>
            <a:endParaRPr lang="en-GB"/>
          </a:p>
        </p:txBody>
      </p:sp>
    </p:spTree>
    <p:extLst>
      <p:ext uri="{BB962C8B-B14F-4D97-AF65-F5344CB8AC3E}">
        <p14:creationId xmlns:p14="http://schemas.microsoft.com/office/powerpoint/2010/main" val="24058953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cess 5 Columns">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p>
        </p:txBody>
      </p:sp>
      <p:sp>
        <p:nvSpPr>
          <p:cNvPr id="9" name="Text Placeholder 8"/>
          <p:cNvSpPr>
            <a:spLocks noGrp="1"/>
          </p:cNvSpPr>
          <p:nvPr>
            <p:ph type="body" sz="quarter" idx="10"/>
          </p:nvPr>
        </p:nvSpPr>
        <p:spPr>
          <a:xfrm>
            <a:off x="1003201" y="1936712"/>
            <a:ext cx="1728000" cy="3940213"/>
          </a:xfrm>
          <a:solidFill>
            <a:schemeClr val="accent1">
              <a:alpha val="2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8984" y="1936712"/>
            <a:ext cx="1728000" cy="3940213"/>
          </a:xfrm>
          <a:solidFill>
            <a:schemeClr val="accent1">
              <a:alpha val="2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34768" y="1936712"/>
            <a:ext cx="1728000" cy="3940213"/>
          </a:xfrm>
          <a:solidFill>
            <a:schemeClr val="accent1">
              <a:alpha val="2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200552" y="1936712"/>
            <a:ext cx="1728000" cy="3940213"/>
          </a:xfrm>
          <a:solidFill>
            <a:schemeClr val="accent1">
              <a:alpha val="2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9266337"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9266337" y="1936712"/>
            <a:ext cx="1728000" cy="3940213"/>
          </a:xfrm>
          <a:solidFill>
            <a:schemeClr val="accent1">
              <a:alpha val="2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639802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rocess 5 Columns_Cobalt Blue">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a:solidFill>
                  <a:schemeClr val="accent1"/>
                </a:solidFill>
              </a:defRPr>
            </a:lvl1pPr>
          </a:lstStyle>
          <a:p>
            <a:r>
              <a:rPr lang="en-US"/>
              <a:t>Click to edit Master title style</a:t>
            </a:r>
          </a:p>
        </p:txBody>
      </p:sp>
      <p:sp>
        <p:nvSpPr>
          <p:cNvPr id="27" name="Text Placeholder 8">
            <a:extLst>
              <a:ext uri="{FF2B5EF4-FFF2-40B4-BE49-F238E27FC236}">
                <a16:creationId xmlns:a16="http://schemas.microsoft.com/office/drawing/2014/main" id="{A68D3E60-F95F-4250-92C1-89CF93433E23}"/>
              </a:ext>
            </a:extLst>
          </p:cNvPr>
          <p:cNvSpPr>
            <a:spLocks noGrp="1"/>
          </p:cNvSpPr>
          <p:nvPr>
            <p:ph type="body" sz="quarter" idx="10"/>
          </p:nvPr>
        </p:nvSpPr>
        <p:spPr>
          <a:xfrm>
            <a:off x="1003201" y="1936712"/>
            <a:ext cx="1728000" cy="3940213"/>
          </a:xfrm>
          <a:solidFill>
            <a:schemeClr val="accent1">
              <a:alpha val="2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8">
            <a:extLst>
              <a:ext uri="{FF2B5EF4-FFF2-40B4-BE49-F238E27FC236}">
                <a16:creationId xmlns:a16="http://schemas.microsoft.com/office/drawing/2014/main" id="{8D8E592C-F128-4E4B-970B-BFB5C0F2A492}"/>
              </a:ext>
            </a:extLst>
          </p:cNvPr>
          <p:cNvSpPr>
            <a:spLocks noGrp="1"/>
          </p:cNvSpPr>
          <p:nvPr>
            <p:ph type="body" sz="quarter" idx="11"/>
          </p:nvPr>
        </p:nvSpPr>
        <p:spPr>
          <a:xfrm>
            <a:off x="3068984" y="1936712"/>
            <a:ext cx="1728000" cy="3940213"/>
          </a:xfrm>
          <a:solidFill>
            <a:schemeClr val="accent1">
              <a:alpha val="2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8">
            <a:extLst>
              <a:ext uri="{FF2B5EF4-FFF2-40B4-BE49-F238E27FC236}">
                <a16:creationId xmlns:a16="http://schemas.microsoft.com/office/drawing/2014/main" id="{EE6B17CD-E0EF-40A4-A171-4E4B731CE0D9}"/>
              </a:ext>
            </a:extLst>
          </p:cNvPr>
          <p:cNvSpPr>
            <a:spLocks noGrp="1"/>
          </p:cNvSpPr>
          <p:nvPr>
            <p:ph type="body" sz="quarter" idx="12"/>
          </p:nvPr>
        </p:nvSpPr>
        <p:spPr>
          <a:xfrm>
            <a:off x="5134768" y="1936712"/>
            <a:ext cx="1728000" cy="3940213"/>
          </a:xfrm>
          <a:solidFill>
            <a:schemeClr val="accent1">
              <a:alpha val="2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8">
            <a:extLst>
              <a:ext uri="{FF2B5EF4-FFF2-40B4-BE49-F238E27FC236}">
                <a16:creationId xmlns:a16="http://schemas.microsoft.com/office/drawing/2014/main" id="{03C9A44B-2A8F-416D-A76B-F3A018572E3F}"/>
              </a:ext>
            </a:extLst>
          </p:cNvPr>
          <p:cNvSpPr>
            <a:spLocks noGrp="1"/>
          </p:cNvSpPr>
          <p:nvPr>
            <p:ph type="body" sz="quarter" idx="13"/>
          </p:nvPr>
        </p:nvSpPr>
        <p:spPr>
          <a:xfrm>
            <a:off x="7200552" y="1936712"/>
            <a:ext cx="1728000" cy="3940213"/>
          </a:xfrm>
          <a:solidFill>
            <a:schemeClr val="accent1">
              <a:alpha val="2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12">
            <a:extLst>
              <a:ext uri="{FF2B5EF4-FFF2-40B4-BE49-F238E27FC236}">
                <a16:creationId xmlns:a16="http://schemas.microsoft.com/office/drawing/2014/main" id="{D3A5B3AC-C2E0-40CF-9D31-036461F790D0}"/>
              </a:ext>
            </a:extLst>
          </p:cNvPr>
          <p:cNvSpPr>
            <a:spLocks noGrp="1"/>
          </p:cNvSpPr>
          <p:nvPr>
            <p:ph type="body" sz="quarter" idx="14" hasCustomPrompt="1"/>
          </p:nvPr>
        </p:nvSpPr>
        <p:spPr>
          <a:xfrm>
            <a:off x="1003200"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2" name="Text Placeholder 12">
            <a:extLst>
              <a:ext uri="{FF2B5EF4-FFF2-40B4-BE49-F238E27FC236}">
                <a16:creationId xmlns:a16="http://schemas.microsoft.com/office/drawing/2014/main" id="{969E3860-942E-40E2-A1C8-AF5DF29675F7}"/>
              </a:ext>
            </a:extLst>
          </p:cNvPr>
          <p:cNvSpPr>
            <a:spLocks noGrp="1"/>
          </p:cNvSpPr>
          <p:nvPr>
            <p:ph type="body" sz="quarter" idx="15" hasCustomPrompt="1"/>
          </p:nvPr>
        </p:nvSpPr>
        <p:spPr>
          <a:xfrm>
            <a:off x="3068984"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3" name="Text Placeholder 12">
            <a:extLst>
              <a:ext uri="{FF2B5EF4-FFF2-40B4-BE49-F238E27FC236}">
                <a16:creationId xmlns:a16="http://schemas.microsoft.com/office/drawing/2014/main" id="{8E580107-2025-4C04-9884-4A6DBB63DE03}"/>
              </a:ext>
            </a:extLst>
          </p:cNvPr>
          <p:cNvSpPr>
            <a:spLocks noGrp="1"/>
          </p:cNvSpPr>
          <p:nvPr>
            <p:ph type="body" sz="quarter" idx="16" hasCustomPrompt="1"/>
          </p:nvPr>
        </p:nvSpPr>
        <p:spPr>
          <a:xfrm>
            <a:off x="5134768"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4" name="Text Placeholder 12">
            <a:extLst>
              <a:ext uri="{FF2B5EF4-FFF2-40B4-BE49-F238E27FC236}">
                <a16:creationId xmlns:a16="http://schemas.microsoft.com/office/drawing/2014/main" id="{BC4D5128-392D-4FC9-A83F-FA43203A40D7}"/>
              </a:ext>
            </a:extLst>
          </p:cNvPr>
          <p:cNvSpPr>
            <a:spLocks noGrp="1"/>
          </p:cNvSpPr>
          <p:nvPr>
            <p:ph type="body" sz="quarter" idx="17" hasCustomPrompt="1"/>
          </p:nvPr>
        </p:nvSpPr>
        <p:spPr>
          <a:xfrm>
            <a:off x="7200552"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5" name="Text Placeholder 12">
            <a:extLst>
              <a:ext uri="{FF2B5EF4-FFF2-40B4-BE49-F238E27FC236}">
                <a16:creationId xmlns:a16="http://schemas.microsoft.com/office/drawing/2014/main" id="{A8EB5529-8601-4864-9983-FBB672B8B9FF}"/>
              </a:ext>
            </a:extLst>
          </p:cNvPr>
          <p:cNvSpPr>
            <a:spLocks noGrp="1"/>
          </p:cNvSpPr>
          <p:nvPr>
            <p:ph type="body" sz="quarter" idx="18" hasCustomPrompt="1"/>
          </p:nvPr>
        </p:nvSpPr>
        <p:spPr>
          <a:xfrm>
            <a:off x="9266337"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6" name="Text Placeholder 8">
            <a:extLst>
              <a:ext uri="{FF2B5EF4-FFF2-40B4-BE49-F238E27FC236}">
                <a16:creationId xmlns:a16="http://schemas.microsoft.com/office/drawing/2014/main" id="{4715BC67-F699-49E6-B5D7-22ED9DFA817E}"/>
              </a:ext>
            </a:extLst>
          </p:cNvPr>
          <p:cNvSpPr>
            <a:spLocks noGrp="1"/>
          </p:cNvSpPr>
          <p:nvPr>
            <p:ph type="body" sz="quarter" idx="19"/>
          </p:nvPr>
        </p:nvSpPr>
        <p:spPr>
          <a:xfrm>
            <a:off x="9266337" y="1936712"/>
            <a:ext cx="1728000" cy="3940213"/>
          </a:xfrm>
          <a:solidFill>
            <a:schemeClr val="accent1">
              <a:alpha val="2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6062979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rocess 6 Colum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Lst>
          </p:cNvPr>
          <p:cNvSpPr/>
          <p:nvPr userDrawn="1"/>
        </p:nvSpPr>
        <p:spPr>
          <a:xfrm>
            <a:off x="0" y="0"/>
            <a:ext cx="12192000" cy="26860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 name="Title 1"/>
          <p:cNvSpPr>
            <a:spLocks noGrp="1"/>
          </p:cNvSpPr>
          <p:nvPr>
            <p:ph type="title"/>
          </p:nvPr>
        </p:nvSpPr>
        <p:spPr>
          <a:xfrm>
            <a:off x="1003200" y="432000"/>
            <a:ext cx="10185600" cy="518400"/>
          </a:xfrm>
        </p:spPr>
        <p:txBody>
          <a:bodyPr/>
          <a:lstStyle>
            <a:lvl1pPr>
              <a:defRPr>
                <a:solidFill>
                  <a:schemeClr val="bg1"/>
                </a:solidFill>
              </a:defRPr>
            </a:lvl1pPr>
          </a:lstStyle>
          <a:p>
            <a:r>
              <a:rPr lang="en-US"/>
              <a:t>Click to edit Master title style</a:t>
            </a:r>
          </a:p>
        </p:txBody>
      </p:sp>
      <p:sp>
        <p:nvSpPr>
          <p:cNvPr id="9" name="Text Placeholder 8"/>
          <p:cNvSpPr>
            <a:spLocks noGrp="1"/>
          </p:cNvSpPr>
          <p:nvPr>
            <p:ph type="body" sz="quarter" idx="10"/>
          </p:nvPr>
        </p:nvSpPr>
        <p:spPr>
          <a:xfrm>
            <a:off x="1003200"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2720597"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4437994"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6155391"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p:cNvSpPr>
            <a:spLocks noGrp="1"/>
          </p:cNvSpPr>
          <p:nvPr>
            <p:ph type="body" sz="quarter" idx="19"/>
          </p:nvPr>
        </p:nvSpPr>
        <p:spPr>
          <a:xfrm>
            <a:off x="9590187"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469478F-D315-4922-A7E4-E575455BF352}"/>
              </a:ext>
            </a:extLst>
          </p:cNvPr>
          <p:cNvSpPr>
            <a:spLocks noGrp="1"/>
          </p:cNvSpPr>
          <p:nvPr>
            <p:ph type="body" sz="quarter" idx="20"/>
          </p:nvPr>
        </p:nvSpPr>
        <p:spPr>
          <a:xfrm>
            <a:off x="7872788"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3" y="1330325"/>
            <a:ext cx="10185400" cy="538609"/>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0339697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rocess 4 Columns">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p>
        </p:txBody>
      </p:sp>
      <p:sp>
        <p:nvSpPr>
          <p:cNvPr id="9" name="Text Placeholder 8"/>
          <p:cNvSpPr>
            <a:spLocks noGrp="1"/>
          </p:cNvSpPr>
          <p:nvPr>
            <p:ph type="body" sz="quarter" idx="10"/>
          </p:nvPr>
        </p:nvSpPr>
        <p:spPr>
          <a:xfrm>
            <a:off x="1003200" y="1936713"/>
            <a:ext cx="2196000" cy="3940213"/>
          </a:xfrm>
          <a:solidFill>
            <a:srgbClr val="DCE6EE"/>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593775" y="1936713"/>
            <a:ext cx="2196000" cy="3940213"/>
          </a:xfrm>
          <a:solidFill>
            <a:srgbClr val="DCE6EE"/>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6184350" y="1936713"/>
            <a:ext cx="2196000" cy="3940213"/>
          </a:xfrm>
          <a:solidFill>
            <a:srgbClr val="DCE6EE"/>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8774926" y="1936713"/>
            <a:ext cx="2196000" cy="3940213"/>
          </a:xfrm>
          <a:solidFill>
            <a:srgbClr val="DCE6EE"/>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Tree>
    <p:extLst>
      <p:ext uri="{BB962C8B-B14F-4D97-AF65-F5344CB8AC3E}">
        <p14:creationId xmlns:p14="http://schemas.microsoft.com/office/powerpoint/2010/main" val="34888555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rocess 4 Columns_Cobalt Blue">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a:solidFill>
                  <a:schemeClr val="accent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ABA5FBEF-FE77-4CC8-B2D5-D94327DAF658}"/>
              </a:ext>
            </a:extLst>
          </p:cNvPr>
          <p:cNvSpPr>
            <a:spLocks noGrp="1"/>
          </p:cNvSpPr>
          <p:nvPr>
            <p:ph type="body" sz="quarter" idx="10"/>
          </p:nvPr>
        </p:nvSpPr>
        <p:spPr>
          <a:xfrm>
            <a:off x="1003200" y="1936713"/>
            <a:ext cx="2196000" cy="3940213"/>
          </a:xfrm>
          <a:solidFill>
            <a:srgbClr val="DCE6EE"/>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a:extLst>
              <a:ext uri="{FF2B5EF4-FFF2-40B4-BE49-F238E27FC236}">
                <a16:creationId xmlns:a16="http://schemas.microsoft.com/office/drawing/2014/main" id="{659D9BAA-2BF4-4A94-BAA4-5D091A296246}"/>
              </a:ext>
            </a:extLst>
          </p:cNvPr>
          <p:cNvSpPr>
            <a:spLocks noGrp="1"/>
          </p:cNvSpPr>
          <p:nvPr>
            <p:ph type="body" sz="quarter" idx="11"/>
          </p:nvPr>
        </p:nvSpPr>
        <p:spPr>
          <a:xfrm>
            <a:off x="3593775" y="1936713"/>
            <a:ext cx="2196000" cy="3940213"/>
          </a:xfrm>
          <a:solidFill>
            <a:srgbClr val="DCE6EE"/>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3D170C1-7106-44D2-A62F-A804F244A090}"/>
              </a:ext>
            </a:extLst>
          </p:cNvPr>
          <p:cNvSpPr>
            <a:spLocks noGrp="1"/>
          </p:cNvSpPr>
          <p:nvPr>
            <p:ph type="body" sz="quarter" idx="12"/>
          </p:nvPr>
        </p:nvSpPr>
        <p:spPr>
          <a:xfrm>
            <a:off x="6184350" y="1936713"/>
            <a:ext cx="2196000" cy="3940213"/>
          </a:xfrm>
          <a:solidFill>
            <a:srgbClr val="DCE6EE"/>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a:extLst>
              <a:ext uri="{FF2B5EF4-FFF2-40B4-BE49-F238E27FC236}">
                <a16:creationId xmlns:a16="http://schemas.microsoft.com/office/drawing/2014/main" id="{5DDAC4CF-AC2F-4D83-9FB0-DDFB71EE9A2C}"/>
              </a:ext>
            </a:extLst>
          </p:cNvPr>
          <p:cNvSpPr>
            <a:spLocks noGrp="1"/>
          </p:cNvSpPr>
          <p:nvPr>
            <p:ph type="body" sz="quarter" idx="13"/>
          </p:nvPr>
        </p:nvSpPr>
        <p:spPr>
          <a:xfrm>
            <a:off x="8774926" y="1936713"/>
            <a:ext cx="2196000" cy="3940213"/>
          </a:xfrm>
          <a:solidFill>
            <a:srgbClr val="DCE6EE"/>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2">
            <a:extLst>
              <a:ext uri="{FF2B5EF4-FFF2-40B4-BE49-F238E27FC236}">
                <a16:creationId xmlns:a16="http://schemas.microsoft.com/office/drawing/2014/main" id="{3C84B130-9B9F-460C-87A1-4E3012ECEA7A}"/>
              </a:ext>
            </a:extLst>
          </p:cNvPr>
          <p:cNvSpPr>
            <a:spLocks noGrp="1"/>
          </p:cNvSpPr>
          <p:nvPr>
            <p:ph type="body" sz="quarter" idx="14" hasCustomPrompt="1"/>
          </p:nvPr>
        </p:nvSpPr>
        <p:spPr>
          <a:xfrm>
            <a:off x="1003200"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0" name="Text Placeholder 12">
            <a:extLst>
              <a:ext uri="{FF2B5EF4-FFF2-40B4-BE49-F238E27FC236}">
                <a16:creationId xmlns:a16="http://schemas.microsoft.com/office/drawing/2014/main" id="{FC076374-F8FA-413A-9C7F-81C823512353}"/>
              </a:ext>
            </a:extLst>
          </p:cNvPr>
          <p:cNvSpPr>
            <a:spLocks noGrp="1"/>
          </p:cNvSpPr>
          <p:nvPr>
            <p:ph type="body" sz="quarter" idx="15" hasCustomPrompt="1"/>
          </p:nvPr>
        </p:nvSpPr>
        <p:spPr>
          <a:xfrm>
            <a:off x="3593775"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1" name="Text Placeholder 12">
            <a:extLst>
              <a:ext uri="{FF2B5EF4-FFF2-40B4-BE49-F238E27FC236}">
                <a16:creationId xmlns:a16="http://schemas.microsoft.com/office/drawing/2014/main" id="{92DC24D7-E120-435A-8A2A-98E939AC4C9C}"/>
              </a:ext>
            </a:extLst>
          </p:cNvPr>
          <p:cNvSpPr>
            <a:spLocks noGrp="1"/>
          </p:cNvSpPr>
          <p:nvPr>
            <p:ph type="body" sz="quarter" idx="16" hasCustomPrompt="1"/>
          </p:nvPr>
        </p:nvSpPr>
        <p:spPr>
          <a:xfrm>
            <a:off x="6184350"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2" name="Text Placeholder 12">
            <a:extLst>
              <a:ext uri="{FF2B5EF4-FFF2-40B4-BE49-F238E27FC236}">
                <a16:creationId xmlns:a16="http://schemas.microsoft.com/office/drawing/2014/main" id="{41F15369-328E-43E6-894F-1F86414EB3F0}"/>
              </a:ext>
            </a:extLst>
          </p:cNvPr>
          <p:cNvSpPr>
            <a:spLocks noGrp="1"/>
          </p:cNvSpPr>
          <p:nvPr>
            <p:ph type="body" sz="quarter" idx="17" hasCustomPrompt="1"/>
          </p:nvPr>
        </p:nvSpPr>
        <p:spPr>
          <a:xfrm>
            <a:off x="8774926"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Tree>
    <p:extLst>
      <p:ext uri="{BB962C8B-B14F-4D97-AF65-F5344CB8AC3E}">
        <p14:creationId xmlns:p14="http://schemas.microsoft.com/office/powerpoint/2010/main" val="3685444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ad Box with Icon and Center Text Box">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1003346"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rgbClr val="DCE6EE"/>
          </a:solidFill>
          <a:ln w="12700">
            <a:noFill/>
          </a:ln>
        </p:spPr>
        <p:txBody>
          <a:bodyPr wrap="square" lIns="108000" tIns="108000" rIns="1872000" bIns="108000">
            <a:noAutofit/>
          </a:bodyPr>
          <a:lstStyle>
            <a:lvl1pPr>
              <a:defRPr sz="1500">
                <a:latin typeface="+mn-lt"/>
              </a:defRPr>
            </a:lvl1pPr>
            <a:lvl2pPr>
              <a:defRPr sz="1500">
                <a:latin typeface="+mn-lt"/>
              </a:defRPr>
            </a:lvl2pPr>
            <a:lvl3pPr>
              <a:defRPr sz="1500">
                <a:latin typeface="+mn-lt"/>
              </a:defRPr>
            </a:lvl3pPr>
            <a:lvl4pPr>
              <a:defRPr sz="1500">
                <a:latin typeface="+mn-lt"/>
              </a:defRPr>
            </a:lvl4pPr>
            <a:lvl5pPr>
              <a:defRPr sz="15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20971" y="1330325"/>
            <a:ext cx="4970724"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rgbClr val="DCE6EE"/>
          </a:solidFill>
          <a:ln w="12700">
            <a:noFill/>
          </a:ln>
        </p:spPr>
        <p:txBody>
          <a:bodyPr wrap="square" lIns="1872000" tIns="108000" rIns="108000" bIns="108000">
            <a:noAutofit/>
          </a:bodyPr>
          <a:lstStyle>
            <a:lvl1pPr>
              <a:defRPr sz="1500">
                <a:latin typeface="+mn-lt"/>
              </a:defRPr>
            </a:lvl1pPr>
            <a:lvl2pPr>
              <a:defRPr sz="1500">
                <a:latin typeface="+mn-lt"/>
              </a:defRPr>
            </a:lvl2pPr>
            <a:lvl3pPr>
              <a:defRPr sz="1500">
                <a:latin typeface="+mn-lt"/>
              </a:defRPr>
            </a:lvl3pPr>
            <a:lvl4pPr>
              <a:defRPr sz="1500">
                <a:latin typeface="+mn-lt"/>
              </a:defRPr>
            </a:lvl4pPr>
            <a:lvl5pPr>
              <a:defRPr sz="15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003200" y="432000"/>
            <a:ext cx="10185600" cy="518400"/>
          </a:xfrm>
        </p:spPr>
        <p:txBody>
          <a:bodyPr/>
          <a:lstStyle/>
          <a:p>
            <a:r>
              <a:rPr lang="en-US"/>
              <a:t>Click to edit Master title style</a:t>
            </a:r>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1003346" y="374750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rgbClr val="DCE6EE"/>
          </a:solidFill>
          <a:ln w="12700">
            <a:noFill/>
          </a:ln>
        </p:spPr>
        <p:txBody>
          <a:bodyPr wrap="square" lIns="108000" tIns="108000" rIns="1872000" bIns="108000">
            <a:noAutofit/>
          </a:bodyPr>
          <a:lstStyle>
            <a:lvl1pPr>
              <a:defRPr sz="1500">
                <a:latin typeface="+mn-lt"/>
              </a:defRPr>
            </a:lvl1pPr>
            <a:lvl2pPr>
              <a:defRPr sz="1500">
                <a:latin typeface="+mn-lt"/>
              </a:defRPr>
            </a:lvl2pPr>
            <a:lvl3pPr>
              <a:defRPr sz="1500">
                <a:latin typeface="+mn-lt"/>
              </a:defRPr>
            </a:lvl3pPr>
            <a:lvl4pPr>
              <a:defRPr sz="1500">
                <a:latin typeface="+mn-lt"/>
              </a:defRPr>
            </a:lvl4pPr>
            <a:lvl5pPr>
              <a:defRPr sz="15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20971" y="3747502"/>
            <a:ext cx="4970724"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rgbClr val="DCE6EE"/>
          </a:solidFill>
          <a:ln w="12700">
            <a:noFill/>
          </a:ln>
        </p:spPr>
        <p:txBody>
          <a:bodyPr wrap="square" lIns="1872000" tIns="108000" rIns="108000" bIns="108000">
            <a:noAutofit/>
          </a:bodyPr>
          <a:lstStyle>
            <a:lvl1pPr>
              <a:defRPr sz="1500">
                <a:latin typeface="+mn-lt"/>
              </a:defRPr>
            </a:lvl1pPr>
            <a:lvl2pPr>
              <a:defRPr sz="1500">
                <a:latin typeface="+mn-lt"/>
              </a:defRPr>
            </a:lvl2pPr>
            <a:lvl3pPr>
              <a:defRPr sz="1500">
                <a:latin typeface="+mn-lt"/>
              </a:defRPr>
            </a:lvl3pPr>
            <a:lvl4pPr>
              <a:defRPr sz="1500">
                <a:latin typeface="+mn-lt"/>
              </a:defRPr>
            </a:lvl4pPr>
            <a:lvl5pPr>
              <a:defRPr sz="15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0"/>
          <p:cNvSpPr>
            <a:spLocks noGrp="1"/>
          </p:cNvSpPr>
          <p:nvPr>
            <p:ph type="body" sz="quarter" idx="21"/>
          </p:nvPr>
        </p:nvSpPr>
        <p:spPr bwMode="gray">
          <a:xfrm>
            <a:off x="4571176" y="2546022"/>
            <a:ext cx="3049649" cy="2118398"/>
          </a:xfrm>
          <a:prstGeom prst="rect">
            <a:avLst/>
          </a:prstGeom>
          <a:solidFill>
            <a:schemeClr val="accent2"/>
          </a:solidFill>
          <a:ln>
            <a:noFill/>
          </a:ln>
        </p:spPr>
        <p:txBody>
          <a:bodyPr lIns="108000" tIns="108000" rIns="108000" bIns="108000" anchor="ctr" anchorCtr="1">
            <a:noAutofit/>
          </a:bodyPr>
          <a:lstStyle>
            <a:lvl1pPr algn="ctr">
              <a:defRPr sz="1400">
                <a:solidFill>
                  <a:schemeClr val="bg1"/>
                </a:solidFill>
                <a:latin typeface="+mn-lt"/>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15056035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Blue Heading">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p>
        </p:txBody>
      </p:sp>
      <p:sp>
        <p:nvSpPr>
          <p:cNvPr id="19" name="Text Placeholder 8"/>
          <p:cNvSpPr>
            <a:spLocks noGrp="1"/>
          </p:cNvSpPr>
          <p:nvPr>
            <p:ph type="body" sz="quarter" idx="19"/>
          </p:nvPr>
        </p:nvSpPr>
        <p:spPr>
          <a:xfrm>
            <a:off x="1003200" y="1720713"/>
            <a:ext cx="4968000" cy="4156211"/>
          </a:xfrm>
          <a:solidFill>
            <a:srgbClr val="DCE6EE"/>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20800" y="1720713"/>
            <a:ext cx="4968000" cy="4156211"/>
          </a:xfrm>
          <a:solidFill>
            <a:srgbClr val="DCE6EE"/>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8"/>
          <p:cNvSpPr>
            <a:spLocks noGrp="1"/>
          </p:cNvSpPr>
          <p:nvPr>
            <p:ph type="body" sz="quarter" idx="22"/>
          </p:nvPr>
        </p:nvSpPr>
        <p:spPr>
          <a:xfrm>
            <a:off x="6220800" y="1331913"/>
            <a:ext cx="4968000" cy="388800"/>
          </a:xfrm>
          <a:solidFill>
            <a:schemeClr val="accent2"/>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Tree>
    <p:extLst>
      <p:ext uri="{BB962C8B-B14F-4D97-AF65-F5344CB8AC3E}">
        <p14:creationId xmlns:p14="http://schemas.microsoft.com/office/powerpoint/2010/main" val="32637100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p>
        </p:txBody>
      </p:sp>
      <p:sp>
        <p:nvSpPr>
          <p:cNvPr id="13" name="Text Placeholder 8"/>
          <p:cNvSpPr>
            <a:spLocks noGrp="1"/>
          </p:cNvSpPr>
          <p:nvPr>
            <p:ph type="body" sz="quarter" idx="19"/>
          </p:nvPr>
        </p:nvSpPr>
        <p:spPr>
          <a:xfrm>
            <a:off x="1003200" y="1720714"/>
            <a:ext cx="4968000" cy="1746205"/>
          </a:xfrm>
          <a:solidFill>
            <a:srgbClr val="DCE6EE"/>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20800" y="1720714"/>
            <a:ext cx="4968000" cy="1746205"/>
          </a:xfrm>
          <a:solidFill>
            <a:srgbClr val="DCE6EE"/>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20800" y="1331913"/>
            <a:ext cx="4968000" cy="388800"/>
          </a:xfrm>
          <a:solidFill>
            <a:schemeClr val="accent2"/>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1003200" y="4130720"/>
            <a:ext cx="4968000" cy="1746205"/>
          </a:xfrm>
          <a:solidFill>
            <a:srgbClr val="DCE6EE"/>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1003200" y="3741920"/>
            <a:ext cx="4968000" cy="388800"/>
          </a:xfrm>
          <a:solidFill>
            <a:schemeClr val="accent2"/>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20800" y="4130720"/>
            <a:ext cx="4968000" cy="1746205"/>
          </a:xfrm>
          <a:solidFill>
            <a:srgbClr val="DCE6EE"/>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20800" y="3741920"/>
            <a:ext cx="4968000" cy="388800"/>
          </a:xfrm>
          <a:solidFill>
            <a:schemeClr val="accent2"/>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Tree>
    <p:extLst>
      <p:ext uri="{BB962C8B-B14F-4D97-AF65-F5344CB8AC3E}">
        <p14:creationId xmlns:p14="http://schemas.microsoft.com/office/powerpoint/2010/main" val="39460666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Four Quad Boxes BG Dark Colour">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a:solidFill>
                  <a:schemeClr val="bg1"/>
                </a:solidFill>
              </a:defRPr>
            </a:lvl1pPr>
          </a:lstStyle>
          <a:p>
            <a:r>
              <a:rPr lang="en-US"/>
              <a:t>Click to edit Master title style</a:t>
            </a:r>
          </a:p>
        </p:txBody>
      </p:sp>
      <p:sp>
        <p:nvSpPr>
          <p:cNvPr id="11" name="Shape 8">
            <a:extLst>
              <a:ext uri="{FF2B5EF4-FFF2-40B4-BE49-F238E27FC236}">
                <a16:creationId xmlns:a16="http://schemas.microsoft.com/office/drawing/2014/main" id="{1763B05F-830B-4267-AD78-15D92D15E48D}"/>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2" name="TextBox 11">
            <a:extLst>
              <a:ext uri="{FF2B5EF4-FFF2-40B4-BE49-F238E27FC236}">
                <a16:creationId xmlns:a16="http://schemas.microsoft.com/office/drawing/2014/main" id="{2F13A210-92DD-4299-9F1D-B2FE60EC3160}"/>
              </a:ext>
              <a:ext uri="{C183D7F6-B498-43B3-948B-1728B52AA6E4}">
                <adec:decorative xmlns:adec="http://schemas.microsoft.com/office/drawing/2017/decorative" val="1"/>
              </a:ext>
            </a:extLst>
          </p:cNvPr>
          <p:cNvSpPr txBox="1"/>
          <p:nvPr userDrawn="1">
            <p:custDataLst>
              <p:tags r:id="rId1"/>
            </p:custDataLst>
          </p:nvPr>
        </p:nvSpPr>
        <p:spPr>
          <a:xfrm>
            <a:off x="8902702" y="6295536"/>
            <a:ext cx="1931292"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9" name="Straight Connector 18">
            <a:extLst>
              <a:ext uri="{FF2B5EF4-FFF2-40B4-BE49-F238E27FC236}">
                <a16:creationId xmlns:a16="http://schemas.microsoft.com/office/drawing/2014/main" id="{E4C51904-D930-45AA-AF92-A006847C8BF5}"/>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9" name="Text Placeholder 8">
            <a:extLst>
              <a:ext uri="{FF2B5EF4-FFF2-40B4-BE49-F238E27FC236}">
                <a16:creationId xmlns:a16="http://schemas.microsoft.com/office/drawing/2014/main" id="{2086F202-0162-4310-A956-FCCC9474338A}"/>
              </a:ext>
            </a:extLst>
          </p:cNvPr>
          <p:cNvSpPr>
            <a:spLocks noGrp="1"/>
          </p:cNvSpPr>
          <p:nvPr>
            <p:ph type="body" sz="quarter" idx="19"/>
          </p:nvPr>
        </p:nvSpPr>
        <p:spPr>
          <a:xfrm>
            <a:off x="1003200" y="1720714"/>
            <a:ext cx="4968000" cy="1746205"/>
          </a:xfrm>
          <a:solidFill>
            <a:srgbClr val="DCE6EE"/>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0" name="Text Placeholder 8">
            <a:extLst>
              <a:ext uri="{FF2B5EF4-FFF2-40B4-BE49-F238E27FC236}">
                <a16:creationId xmlns:a16="http://schemas.microsoft.com/office/drawing/2014/main" id="{E8B6691E-17EA-480D-B598-F314E1A68EB3}"/>
              </a:ext>
            </a:extLst>
          </p:cNvPr>
          <p:cNvSpPr>
            <a:spLocks noGrp="1"/>
          </p:cNvSpPr>
          <p:nvPr>
            <p:ph type="body" sz="quarter" idx="20"/>
          </p:nvPr>
        </p:nvSpPr>
        <p:spPr>
          <a:xfrm>
            <a:off x="1003200" y="1331913"/>
            <a:ext cx="4968000" cy="388800"/>
          </a:xfrm>
          <a:solidFill>
            <a:schemeClr val="accent1"/>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1" name="Text Placeholder 8">
            <a:extLst>
              <a:ext uri="{FF2B5EF4-FFF2-40B4-BE49-F238E27FC236}">
                <a16:creationId xmlns:a16="http://schemas.microsoft.com/office/drawing/2014/main" id="{59F2358C-C167-462D-9F76-6D66B9B409BE}"/>
              </a:ext>
            </a:extLst>
          </p:cNvPr>
          <p:cNvSpPr>
            <a:spLocks noGrp="1"/>
          </p:cNvSpPr>
          <p:nvPr>
            <p:ph type="body" sz="quarter" idx="21"/>
          </p:nvPr>
        </p:nvSpPr>
        <p:spPr>
          <a:xfrm>
            <a:off x="6220800" y="1720714"/>
            <a:ext cx="4968000" cy="1746205"/>
          </a:xfrm>
          <a:solidFill>
            <a:srgbClr val="DCE6EE"/>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2" name="Text Placeholder 8">
            <a:extLst>
              <a:ext uri="{FF2B5EF4-FFF2-40B4-BE49-F238E27FC236}">
                <a16:creationId xmlns:a16="http://schemas.microsoft.com/office/drawing/2014/main" id="{B2FCC9C9-35DE-4F3C-A352-30EE65DD5B86}"/>
              </a:ext>
            </a:extLst>
          </p:cNvPr>
          <p:cNvSpPr>
            <a:spLocks noGrp="1"/>
          </p:cNvSpPr>
          <p:nvPr>
            <p:ph type="body" sz="quarter" idx="22"/>
          </p:nvPr>
        </p:nvSpPr>
        <p:spPr>
          <a:xfrm>
            <a:off x="6220800" y="1331913"/>
            <a:ext cx="4968000" cy="388800"/>
          </a:xfrm>
          <a:solidFill>
            <a:schemeClr val="accent1"/>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3" name="Text Placeholder 8">
            <a:extLst>
              <a:ext uri="{FF2B5EF4-FFF2-40B4-BE49-F238E27FC236}">
                <a16:creationId xmlns:a16="http://schemas.microsoft.com/office/drawing/2014/main" id="{EA017BC0-9170-4186-94F7-40E80F981A05}"/>
              </a:ext>
            </a:extLst>
          </p:cNvPr>
          <p:cNvSpPr>
            <a:spLocks noGrp="1"/>
          </p:cNvSpPr>
          <p:nvPr>
            <p:ph type="body" sz="quarter" idx="23"/>
          </p:nvPr>
        </p:nvSpPr>
        <p:spPr>
          <a:xfrm>
            <a:off x="1003200" y="4130720"/>
            <a:ext cx="4968000" cy="1746205"/>
          </a:xfrm>
          <a:solidFill>
            <a:srgbClr val="DCE6EE"/>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4" name="Text Placeholder 8">
            <a:extLst>
              <a:ext uri="{FF2B5EF4-FFF2-40B4-BE49-F238E27FC236}">
                <a16:creationId xmlns:a16="http://schemas.microsoft.com/office/drawing/2014/main" id="{0383342E-84C2-404C-8D37-45747A191605}"/>
              </a:ext>
            </a:extLst>
          </p:cNvPr>
          <p:cNvSpPr>
            <a:spLocks noGrp="1"/>
          </p:cNvSpPr>
          <p:nvPr>
            <p:ph type="body" sz="quarter" idx="24"/>
          </p:nvPr>
        </p:nvSpPr>
        <p:spPr>
          <a:xfrm>
            <a:off x="1003200" y="3741920"/>
            <a:ext cx="4968000" cy="388800"/>
          </a:xfrm>
          <a:solidFill>
            <a:schemeClr val="accent1"/>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5" name="Text Placeholder 8">
            <a:extLst>
              <a:ext uri="{FF2B5EF4-FFF2-40B4-BE49-F238E27FC236}">
                <a16:creationId xmlns:a16="http://schemas.microsoft.com/office/drawing/2014/main" id="{BE27B3E2-E887-473C-8464-38B061F67EA7}"/>
              </a:ext>
            </a:extLst>
          </p:cNvPr>
          <p:cNvSpPr>
            <a:spLocks noGrp="1"/>
          </p:cNvSpPr>
          <p:nvPr>
            <p:ph type="body" sz="quarter" idx="25"/>
          </p:nvPr>
        </p:nvSpPr>
        <p:spPr>
          <a:xfrm>
            <a:off x="6220800" y="4130720"/>
            <a:ext cx="4968000" cy="1746205"/>
          </a:xfrm>
          <a:solidFill>
            <a:srgbClr val="DCE6EE"/>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6" name="Text Placeholder 8">
            <a:extLst>
              <a:ext uri="{FF2B5EF4-FFF2-40B4-BE49-F238E27FC236}">
                <a16:creationId xmlns:a16="http://schemas.microsoft.com/office/drawing/2014/main" id="{4C0C9B8C-19B0-44D7-9F0F-975D45D4007F}"/>
              </a:ext>
            </a:extLst>
          </p:cNvPr>
          <p:cNvSpPr>
            <a:spLocks noGrp="1"/>
          </p:cNvSpPr>
          <p:nvPr>
            <p:ph type="body" sz="quarter" idx="26"/>
          </p:nvPr>
        </p:nvSpPr>
        <p:spPr>
          <a:xfrm>
            <a:off x="6220800" y="3741920"/>
            <a:ext cx="4968000" cy="388800"/>
          </a:xfrm>
          <a:solidFill>
            <a:schemeClr val="accent1"/>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8" name="Graphic 8">
            <a:extLst>
              <a:ext uri="{FF2B5EF4-FFF2-40B4-BE49-F238E27FC236}">
                <a16:creationId xmlns:a16="http://schemas.microsoft.com/office/drawing/2014/main" id="{A75E6CC5-8B44-4F43-ACAA-428A4ADCE45D}"/>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6" name="TextBox 15">
            <a:extLst>
              <a:ext uri="{FF2B5EF4-FFF2-40B4-BE49-F238E27FC236}">
                <a16:creationId xmlns:a16="http://schemas.microsoft.com/office/drawing/2014/main" id="{BCE5727E-784F-4663-B7A8-064B8D5A2203}"/>
              </a:ext>
              <a:ext uri="{C183D7F6-B498-43B3-948B-1728B52AA6E4}">
                <adec:decorative xmlns:adec="http://schemas.microsoft.com/office/drawing/2017/decorative" val="1"/>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2023 KPMG LLP, a Delaware limited liability partnership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13483127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2"/>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79D65585-570B-4F7D-B4BC-0F7CFAF52BAF}"/>
              </a:ext>
            </a:extLst>
          </p:cNvPr>
          <p:cNvSpPr>
            <a:spLocks noChangeAspect="1"/>
          </p:cNvSpPr>
          <p:nvPr userDrawn="1"/>
        </p:nvSpPr>
        <p:spPr>
          <a:xfrm>
            <a:off x="998476" y="971550"/>
            <a:ext cx="7061787" cy="490537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hasCustomPrompt="1"/>
          </p:nvPr>
        </p:nvSpPr>
        <p:spPr>
          <a:xfrm>
            <a:off x="1289860" y="2398601"/>
            <a:ext cx="5252400" cy="2367199"/>
          </a:xfrm>
          <a:noFill/>
        </p:spPr>
        <p:txBody>
          <a:bodyPr lIns="0" tIns="0" rIns="0" bIns="0" anchor="t" anchorCtr="0"/>
          <a:lstStyle>
            <a:lvl1pPr algn="l">
              <a:defRPr sz="8000" baseline="0">
                <a:solidFill>
                  <a:schemeClr val="bg1"/>
                </a:solidFill>
              </a:defRPr>
            </a:lvl1pPr>
          </a:lstStyle>
          <a:p>
            <a:r>
              <a:rPr lang="en-GB"/>
              <a:t>Title slide text only</a:t>
            </a:r>
            <a:endParaRPr lang="en-US"/>
          </a:p>
        </p:txBody>
      </p:sp>
      <p:sp>
        <p:nvSpPr>
          <p:cNvPr id="12" name="Text Placeholder 3">
            <a:extLst>
              <a:ext uri="{FF2B5EF4-FFF2-40B4-BE49-F238E27FC236}">
                <a16:creationId xmlns:a16="http://schemas.microsoft.com/office/drawing/2014/main" id="{9BE67C5C-769B-4AEA-A1B7-EFD4A3AA2397}"/>
              </a:ext>
            </a:extLst>
          </p:cNvPr>
          <p:cNvSpPr>
            <a:spLocks noGrp="1"/>
          </p:cNvSpPr>
          <p:nvPr>
            <p:ph type="body" sz="quarter" idx="11"/>
          </p:nvPr>
        </p:nvSpPr>
        <p:spPr>
          <a:xfrm>
            <a:off x="1289860"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4" name="Text Placeholder 3">
            <a:extLst>
              <a:ext uri="{FF2B5EF4-FFF2-40B4-BE49-F238E27FC236}">
                <a16:creationId xmlns:a16="http://schemas.microsoft.com/office/drawing/2014/main" id="{B5E8B0BD-68A6-4AD8-A640-99B893F06320}"/>
              </a:ext>
            </a:extLst>
          </p:cNvPr>
          <p:cNvSpPr>
            <a:spLocks noGrp="1"/>
          </p:cNvSpPr>
          <p:nvPr>
            <p:ph type="body" sz="quarter" idx="12" hasCustomPrompt="1"/>
          </p:nvPr>
        </p:nvSpPr>
        <p:spPr>
          <a:xfrm>
            <a:off x="1289860"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a:t>00</a:t>
            </a:r>
          </a:p>
        </p:txBody>
      </p:sp>
    </p:spTree>
    <p:extLst>
      <p:ext uri="{BB962C8B-B14F-4D97-AF65-F5344CB8AC3E}">
        <p14:creationId xmlns:p14="http://schemas.microsoft.com/office/powerpoint/2010/main" val="14505335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gradFill flip="none" rotWithShape="1">
          <a:gsLst>
            <a:gs pos="0">
              <a:schemeClr val="accent5"/>
            </a:gs>
            <a:gs pos="100000">
              <a:schemeClr val="accent1"/>
            </a:gs>
          </a:gsLst>
          <a:lin ang="0" scaled="0"/>
          <a:tileRect/>
        </a:gra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AF31653-DA95-4567-9106-71E1E49BA627}"/>
              </a:ext>
            </a:extLst>
          </p:cNvPr>
          <p:cNvSpPr>
            <a:spLocks noChangeAspect="1"/>
          </p:cNvSpPr>
          <p:nvPr userDrawn="1"/>
        </p:nvSpPr>
        <p:spPr>
          <a:xfrm>
            <a:off x="998476" y="971550"/>
            <a:ext cx="7061787" cy="4905375"/>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60" name="Text Placeholder 3">
            <a:extLst>
              <a:ext uri="{FF2B5EF4-FFF2-40B4-BE49-F238E27FC236}">
                <a16:creationId xmlns:a16="http://schemas.microsoft.com/office/drawing/2014/main" id="{2925CE2F-8945-49DE-BCC2-8BCACF480E4F}"/>
              </a:ext>
            </a:extLst>
          </p:cNvPr>
          <p:cNvSpPr>
            <a:spLocks noGrp="1"/>
          </p:cNvSpPr>
          <p:nvPr>
            <p:ph type="body" sz="quarter" idx="13"/>
          </p:nvPr>
        </p:nvSpPr>
        <p:spPr>
          <a:xfrm>
            <a:off x="1289860" y="5046651"/>
            <a:ext cx="5252400" cy="507831"/>
          </a:xfrm>
        </p:spPr>
        <p:txBody>
          <a:bodyPr wrap="square" anchor="b">
            <a:spAutoFit/>
          </a:bodyPr>
          <a:lstStyle>
            <a:lvl1pPr>
              <a:defRPr sz="1400">
                <a:solidFill>
                  <a:schemeClr val="accent2"/>
                </a:solidFill>
              </a:defRPr>
            </a:lvl1pPr>
            <a:lvl2pPr>
              <a:defRPr sz="14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61" name="Text Placeholder 3">
            <a:extLst>
              <a:ext uri="{FF2B5EF4-FFF2-40B4-BE49-F238E27FC236}">
                <a16:creationId xmlns:a16="http://schemas.microsoft.com/office/drawing/2014/main" id="{C346F2F1-AF73-4284-8702-745152AF5399}"/>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hasCustomPrompt="1"/>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GB"/>
              <a:t>Title slide text only</a:t>
            </a:r>
            <a:endParaRPr lang="en-US"/>
          </a:p>
        </p:txBody>
      </p:sp>
    </p:spTree>
    <p:extLst>
      <p:ext uri="{BB962C8B-B14F-4D97-AF65-F5344CB8AC3E}">
        <p14:creationId xmlns:p14="http://schemas.microsoft.com/office/powerpoint/2010/main" val="16524863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accent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A87A788-0BF5-4419-BCFC-809F6D2E93AA}"/>
              </a:ext>
            </a:extLst>
          </p:cNvPr>
          <p:cNvSpPr>
            <a:spLocks noChangeAspect="1"/>
          </p:cNvSpPr>
          <p:nvPr userDrawn="1"/>
        </p:nvSpPr>
        <p:spPr>
          <a:xfrm>
            <a:off x="998476" y="971550"/>
            <a:ext cx="7061787" cy="4905375"/>
          </a:xfrm>
          <a:prstGeom prst="rect">
            <a:avLst/>
          </a:prstGeom>
          <a:gradFill>
            <a:gsLst>
              <a:gs pos="0">
                <a:schemeClr val="accent4"/>
              </a:gs>
              <a:gs pos="100000">
                <a:srgbClr val="ACEAFF"/>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hasCustomPrompt="1"/>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GB"/>
              <a:t>Title slide text only</a:t>
            </a:r>
            <a:endParaRPr lang="en-US"/>
          </a:p>
        </p:txBody>
      </p:sp>
      <p:sp>
        <p:nvSpPr>
          <p:cNvPr id="60" name="Text Placeholder 3">
            <a:extLst>
              <a:ext uri="{FF2B5EF4-FFF2-40B4-BE49-F238E27FC236}">
                <a16:creationId xmlns:a16="http://schemas.microsoft.com/office/drawing/2014/main" id="{5F7723F4-8321-43A3-962F-3DEEE5C6DEAE}"/>
              </a:ext>
            </a:extLst>
          </p:cNvPr>
          <p:cNvSpPr>
            <a:spLocks noGrp="1"/>
          </p:cNvSpPr>
          <p:nvPr>
            <p:ph type="body" sz="quarter" idx="13"/>
          </p:nvPr>
        </p:nvSpPr>
        <p:spPr>
          <a:xfrm>
            <a:off x="1289860" y="5046651"/>
            <a:ext cx="5252400" cy="507831"/>
          </a:xfrm>
        </p:spPr>
        <p:txBody>
          <a:bodyPr wrap="square" anchor="b">
            <a:spAutoFit/>
          </a:bodyPr>
          <a:lstStyle>
            <a:lvl1pPr>
              <a:defRPr sz="1400">
                <a:solidFill>
                  <a:schemeClr val="accent2"/>
                </a:solidFill>
              </a:defRPr>
            </a:lvl1pPr>
            <a:lvl2pPr>
              <a:defRPr sz="14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61" name="Text Placeholder 3">
            <a:extLst>
              <a:ext uri="{FF2B5EF4-FFF2-40B4-BE49-F238E27FC236}">
                <a16:creationId xmlns:a16="http://schemas.microsoft.com/office/drawing/2014/main" id="{17B18B8B-EB09-48D8-AC31-3A9DFAC0B74C}"/>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Tree>
    <p:extLst>
      <p:ext uri="{BB962C8B-B14F-4D97-AF65-F5344CB8AC3E}">
        <p14:creationId xmlns:p14="http://schemas.microsoft.com/office/powerpoint/2010/main" val="8006250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724-C137-47F3-B441-6C1B9714F578}"/>
              </a:ext>
            </a:extLst>
          </p:cNvPr>
          <p:cNvSpPr>
            <a:spLocks noGrp="1"/>
          </p:cNvSpPr>
          <p:nvPr>
            <p:ph type="title"/>
          </p:nvPr>
        </p:nvSpPr>
        <p:spPr/>
        <p:txBody>
          <a:bodyPr/>
          <a:lstStyle/>
          <a:p>
            <a:r>
              <a:rPr lang="en-US"/>
              <a:t>Click to edit Master title style</a:t>
            </a:r>
            <a:endParaRPr lang="en-GB"/>
          </a:p>
        </p:txBody>
      </p:sp>
      <p:sp>
        <p:nvSpPr>
          <p:cNvPr id="4" name="Rectangle 3">
            <a:extLst>
              <a:ext uri="{FF2B5EF4-FFF2-40B4-BE49-F238E27FC236}">
                <a16:creationId xmlns:a16="http://schemas.microsoft.com/office/drawing/2014/main" id="{1ACC0FFF-EDF5-49D0-8C1F-A5D5BA3335B9}"/>
              </a:ext>
            </a:extLst>
          </p:cNvPr>
          <p:cNvSpPr/>
          <p:nvPr userDrawn="1"/>
        </p:nvSpPr>
        <p:spPr>
          <a:xfrm>
            <a:off x="998351" y="2246533"/>
            <a:ext cx="839614" cy="41122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5" name="Rectangle 4">
            <a:extLst>
              <a:ext uri="{FF2B5EF4-FFF2-40B4-BE49-F238E27FC236}">
                <a16:creationId xmlns:a16="http://schemas.microsoft.com/office/drawing/2014/main" id="{081F4118-D01B-40DD-940F-068338DB15A5}"/>
              </a:ext>
            </a:extLst>
          </p:cNvPr>
          <p:cNvSpPr/>
          <p:nvPr userDrawn="1"/>
        </p:nvSpPr>
        <p:spPr>
          <a:xfrm>
            <a:off x="998351" y="1731971"/>
            <a:ext cx="839614" cy="411225"/>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6" name="Rectangle 5">
            <a:extLst>
              <a:ext uri="{FF2B5EF4-FFF2-40B4-BE49-F238E27FC236}">
                <a16:creationId xmlns:a16="http://schemas.microsoft.com/office/drawing/2014/main" id="{4A97C791-7BB0-4AC9-BDE9-68939F34221B}"/>
              </a:ext>
            </a:extLst>
          </p:cNvPr>
          <p:cNvSpPr/>
          <p:nvPr userDrawn="1"/>
        </p:nvSpPr>
        <p:spPr>
          <a:xfrm>
            <a:off x="998351" y="2761094"/>
            <a:ext cx="839614" cy="411225"/>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12</a:t>
            </a:r>
          </a:p>
          <a:p>
            <a:pPr algn="ctr"/>
            <a:r>
              <a:rPr lang="en-GB" sz="800">
                <a:solidFill>
                  <a:schemeClr val="bg1"/>
                </a:solidFill>
              </a:rPr>
              <a:t>35</a:t>
            </a:r>
          </a:p>
          <a:p>
            <a:pPr algn="ctr"/>
            <a:r>
              <a:rPr lang="en-GB" sz="800">
                <a:solidFill>
                  <a:schemeClr val="bg1"/>
                </a:solidFill>
              </a:rPr>
              <a:t>60</a:t>
            </a:r>
          </a:p>
        </p:txBody>
      </p:sp>
      <p:sp>
        <p:nvSpPr>
          <p:cNvPr id="7" name="Rectangle 6">
            <a:extLst>
              <a:ext uri="{FF2B5EF4-FFF2-40B4-BE49-F238E27FC236}">
                <a16:creationId xmlns:a16="http://schemas.microsoft.com/office/drawing/2014/main" id="{C8693543-F502-48B0-9E65-053408E60BF0}"/>
              </a:ext>
            </a:extLst>
          </p:cNvPr>
          <p:cNvSpPr/>
          <p:nvPr userDrawn="1"/>
        </p:nvSpPr>
        <p:spPr>
          <a:xfrm>
            <a:off x="998351" y="3275656"/>
            <a:ext cx="839614" cy="41122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172</a:t>
            </a:r>
          </a:p>
          <a:p>
            <a:pPr algn="ctr"/>
            <a:r>
              <a:rPr lang="en-GB" sz="800">
                <a:solidFill>
                  <a:sysClr val="windowText" lastClr="000000"/>
                </a:solidFill>
              </a:rPr>
              <a:t>234</a:t>
            </a:r>
          </a:p>
          <a:p>
            <a:pPr algn="ctr"/>
            <a:r>
              <a:rPr lang="en-GB" sz="800">
                <a:solidFill>
                  <a:sysClr val="windowText" lastClr="000000"/>
                </a:solidFill>
              </a:rPr>
              <a:t>255</a:t>
            </a:r>
          </a:p>
        </p:txBody>
      </p:sp>
      <p:sp>
        <p:nvSpPr>
          <p:cNvPr id="11" name="TextBox 10">
            <a:extLst>
              <a:ext uri="{FF2B5EF4-FFF2-40B4-BE49-F238E27FC236}">
                <a16:creationId xmlns:a16="http://schemas.microsoft.com/office/drawing/2014/main" id="{A4897B22-3CA8-4621-8A3B-B9D2E3D07988}"/>
              </a:ext>
            </a:extLst>
          </p:cNvPr>
          <p:cNvSpPr txBox="1"/>
          <p:nvPr userDrawn="1"/>
        </p:nvSpPr>
        <p:spPr>
          <a:xfrm>
            <a:off x="983882" y="1330325"/>
            <a:ext cx="1364046" cy="153888"/>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Primary Colors</a:t>
            </a:r>
          </a:p>
        </p:txBody>
      </p:sp>
      <p:sp>
        <p:nvSpPr>
          <p:cNvPr id="25" name="TextBox 24">
            <a:extLst>
              <a:ext uri="{FF2B5EF4-FFF2-40B4-BE49-F238E27FC236}">
                <a16:creationId xmlns:a16="http://schemas.microsoft.com/office/drawing/2014/main" id="{6A07E492-5EF0-4085-AA14-90D280B1DF69}"/>
              </a:ext>
            </a:extLst>
          </p:cNvPr>
          <p:cNvSpPr txBox="1"/>
          <p:nvPr userDrawn="1"/>
        </p:nvSpPr>
        <p:spPr>
          <a:xfrm>
            <a:off x="1921682"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Spectrum Blue</a:t>
            </a:r>
          </a:p>
        </p:txBody>
      </p:sp>
      <p:sp>
        <p:nvSpPr>
          <p:cNvPr id="30" name="TextBox 29">
            <a:extLst>
              <a:ext uri="{FF2B5EF4-FFF2-40B4-BE49-F238E27FC236}">
                <a16:creationId xmlns:a16="http://schemas.microsoft.com/office/drawing/2014/main" id="{B28A2D81-3A9C-47D3-8174-874F601607DC}"/>
              </a:ext>
            </a:extLst>
          </p:cNvPr>
          <p:cNvSpPr txBox="1"/>
          <p:nvPr userDrawn="1"/>
        </p:nvSpPr>
        <p:spPr>
          <a:xfrm>
            <a:off x="1921682"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KPMG blue</a:t>
            </a:r>
          </a:p>
        </p:txBody>
      </p:sp>
      <p:sp>
        <p:nvSpPr>
          <p:cNvPr id="33" name="TextBox 32">
            <a:extLst>
              <a:ext uri="{FF2B5EF4-FFF2-40B4-BE49-F238E27FC236}">
                <a16:creationId xmlns:a16="http://schemas.microsoft.com/office/drawing/2014/main" id="{2C791116-D184-4C43-9C1C-30181CDF0E84}"/>
              </a:ext>
            </a:extLst>
          </p:cNvPr>
          <p:cNvSpPr txBox="1"/>
          <p:nvPr userDrawn="1"/>
        </p:nvSpPr>
        <p:spPr>
          <a:xfrm>
            <a:off x="1921682"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Light Blue</a:t>
            </a:r>
          </a:p>
        </p:txBody>
      </p:sp>
      <p:grpSp>
        <p:nvGrpSpPr>
          <p:cNvPr id="17" name="Group 16">
            <a:extLst>
              <a:ext uri="{FF2B5EF4-FFF2-40B4-BE49-F238E27FC236}">
                <a16:creationId xmlns:a16="http://schemas.microsoft.com/office/drawing/2014/main" id="{56B15E2D-58A0-4506-8A15-E27C173174FA}"/>
              </a:ext>
            </a:extLst>
          </p:cNvPr>
          <p:cNvGrpSpPr/>
          <p:nvPr userDrawn="1"/>
        </p:nvGrpSpPr>
        <p:grpSpPr>
          <a:xfrm>
            <a:off x="2999643" y="1731971"/>
            <a:ext cx="2177326" cy="411225"/>
            <a:chOff x="2992848" y="1717717"/>
            <a:chExt cx="2177326" cy="411225"/>
          </a:xfrm>
        </p:grpSpPr>
        <p:sp>
          <p:nvSpPr>
            <p:cNvPr id="8" name="Rectangle 7">
              <a:extLst>
                <a:ext uri="{FF2B5EF4-FFF2-40B4-BE49-F238E27FC236}">
                  <a16:creationId xmlns:a16="http://schemas.microsoft.com/office/drawing/2014/main" id="{A2309040-9C95-48FE-AA99-4757E8328519}"/>
                </a:ext>
              </a:extLst>
            </p:cNvPr>
            <p:cNvSpPr/>
            <p:nvPr userDrawn="1"/>
          </p:nvSpPr>
          <p:spPr>
            <a:xfrm>
              <a:off x="2992848" y="1717717"/>
              <a:ext cx="839614" cy="411225"/>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36" name="TextBox 35">
              <a:extLst>
                <a:ext uri="{FF2B5EF4-FFF2-40B4-BE49-F238E27FC236}">
                  <a16:creationId xmlns:a16="http://schemas.microsoft.com/office/drawing/2014/main" id="{0A430D78-5EDB-481E-BB6D-67D8689BCE11}"/>
                </a:ext>
              </a:extLst>
            </p:cNvPr>
            <p:cNvSpPr txBox="1"/>
            <p:nvPr userDrawn="1"/>
          </p:nvSpPr>
          <p:spPr>
            <a:xfrm>
              <a:off x="3916179" y="1802518"/>
              <a:ext cx="1253995" cy="237066"/>
            </a:xfrm>
            <a:prstGeom prst="rect">
              <a:avLst/>
            </a:prstGeom>
            <a:noFill/>
          </p:spPr>
          <p:txBody>
            <a:bodyPr wrap="square" lIns="54610" tIns="54610" rIns="54610" bIns="54610" rtlCol="0" anchor="ctr">
              <a:noAutofit/>
            </a:bodyPr>
            <a:lstStyle/>
            <a:p>
              <a:pPr algn="l">
                <a:spcAft>
                  <a:spcPts val="600"/>
                </a:spcAft>
              </a:pPr>
              <a:r>
                <a:rPr lang="en-GB" sz="1000"/>
                <a:t>Blue</a:t>
              </a:r>
            </a:p>
          </p:txBody>
        </p:sp>
      </p:grpSp>
      <p:sp>
        <p:nvSpPr>
          <p:cNvPr id="39" name="TextBox 38">
            <a:extLst>
              <a:ext uri="{FF2B5EF4-FFF2-40B4-BE49-F238E27FC236}">
                <a16:creationId xmlns:a16="http://schemas.microsoft.com/office/drawing/2014/main" id="{E42EE987-0425-4CD8-B75D-E3E8F8C2096D}"/>
              </a:ext>
            </a:extLst>
          </p:cNvPr>
          <p:cNvSpPr txBox="1"/>
          <p:nvPr userDrawn="1"/>
        </p:nvSpPr>
        <p:spPr>
          <a:xfrm>
            <a:off x="1921682"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Cobalt Blue</a:t>
            </a:r>
          </a:p>
        </p:txBody>
      </p:sp>
      <p:grpSp>
        <p:nvGrpSpPr>
          <p:cNvPr id="18" name="Group 17">
            <a:extLst>
              <a:ext uri="{FF2B5EF4-FFF2-40B4-BE49-F238E27FC236}">
                <a16:creationId xmlns:a16="http://schemas.microsoft.com/office/drawing/2014/main" id="{2356161F-C4E7-4F32-B00D-D64EBA9D34CA}"/>
              </a:ext>
            </a:extLst>
          </p:cNvPr>
          <p:cNvGrpSpPr/>
          <p:nvPr userDrawn="1"/>
        </p:nvGrpSpPr>
        <p:grpSpPr>
          <a:xfrm>
            <a:off x="998351" y="3783824"/>
            <a:ext cx="2177326" cy="1433953"/>
            <a:chOff x="998351" y="4298384"/>
            <a:chExt cx="2177326" cy="1433953"/>
          </a:xfrm>
        </p:grpSpPr>
        <p:sp>
          <p:nvSpPr>
            <p:cNvPr id="20" name="Rectangle 19">
              <a:extLst>
                <a:ext uri="{FF2B5EF4-FFF2-40B4-BE49-F238E27FC236}">
                  <a16:creationId xmlns:a16="http://schemas.microsoft.com/office/drawing/2014/main" id="{6453D312-00EF-44B5-9D91-290BE0E19654}"/>
                </a:ext>
              </a:extLst>
            </p:cNvPr>
            <p:cNvSpPr/>
            <p:nvPr userDrawn="1"/>
          </p:nvSpPr>
          <p:spPr>
            <a:xfrm>
              <a:off x="998351" y="4298384"/>
              <a:ext cx="839614" cy="411225"/>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21" name="Rectangle 20">
              <a:extLst>
                <a:ext uri="{FF2B5EF4-FFF2-40B4-BE49-F238E27FC236}">
                  <a16:creationId xmlns:a16="http://schemas.microsoft.com/office/drawing/2014/main" id="{58D98991-520C-4FD6-8B23-8732995E56B1}"/>
                </a:ext>
              </a:extLst>
            </p:cNvPr>
            <p:cNvSpPr/>
            <p:nvPr userDrawn="1"/>
          </p:nvSpPr>
          <p:spPr>
            <a:xfrm>
              <a:off x="998351" y="4812944"/>
              <a:ext cx="839614" cy="411225"/>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22" name="Rectangle 21">
              <a:extLst>
                <a:ext uri="{FF2B5EF4-FFF2-40B4-BE49-F238E27FC236}">
                  <a16:creationId xmlns:a16="http://schemas.microsoft.com/office/drawing/2014/main" id="{2FA38B4C-5B80-413E-B283-1F1ADBFD09CD}"/>
                </a:ext>
              </a:extLst>
            </p:cNvPr>
            <p:cNvSpPr/>
            <p:nvPr userDrawn="1"/>
          </p:nvSpPr>
          <p:spPr>
            <a:xfrm>
              <a:off x="998351" y="5321112"/>
              <a:ext cx="839614" cy="41122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45" name="TextBox 44">
              <a:extLst>
                <a:ext uri="{FF2B5EF4-FFF2-40B4-BE49-F238E27FC236}">
                  <a16:creationId xmlns:a16="http://schemas.microsoft.com/office/drawing/2014/main" id="{1B01B4DF-404A-4544-B313-2720FCBDD0B4}"/>
                </a:ext>
              </a:extLst>
            </p:cNvPr>
            <p:cNvSpPr txBox="1"/>
            <p:nvPr userDrawn="1"/>
          </p:nvSpPr>
          <p:spPr>
            <a:xfrm>
              <a:off x="1921682" y="4386074"/>
              <a:ext cx="1253995" cy="237066"/>
            </a:xfrm>
            <a:prstGeom prst="rect">
              <a:avLst/>
            </a:prstGeom>
            <a:noFill/>
          </p:spPr>
          <p:txBody>
            <a:bodyPr wrap="square" lIns="54610" tIns="54610" rIns="54610" bIns="54610" rtlCol="0" anchor="ctr">
              <a:noAutofit/>
            </a:bodyPr>
            <a:lstStyle/>
            <a:p>
              <a:pPr algn="l">
                <a:spcAft>
                  <a:spcPts val="600"/>
                </a:spcAft>
              </a:pPr>
              <a:r>
                <a:rPr lang="en-GB" sz="1000"/>
                <a:t>Pacific Blue</a:t>
              </a:r>
            </a:p>
          </p:txBody>
        </p:sp>
        <p:sp>
          <p:nvSpPr>
            <p:cNvPr id="48" name="TextBox 47">
              <a:extLst>
                <a:ext uri="{FF2B5EF4-FFF2-40B4-BE49-F238E27FC236}">
                  <a16:creationId xmlns:a16="http://schemas.microsoft.com/office/drawing/2014/main" id="{96DFA940-4699-43CF-A21A-AE4227704697}"/>
                </a:ext>
              </a:extLst>
            </p:cNvPr>
            <p:cNvSpPr txBox="1"/>
            <p:nvPr userDrawn="1"/>
          </p:nvSpPr>
          <p:spPr>
            <a:xfrm>
              <a:off x="1921682" y="4897131"/>
              <a:ext cx="1253995" cy="237066"/>
            </a:xfrm>
            <a:prstGeom prst="rect">
              <a:avLst/>
            </a:prstGeom>
            <a:noFill/>
          </p:spPr>
          <p:txBody>
            <a:bodyPr wrap="square" lIns="54610" tIns="54610" rIns="54610" bIns="54610" rtlCol="0" anchor="ctr">
              <a:noAutofit/>
            </a:bodyPr>
            <a:lstStyle/>
            <a:p>
              <a:pPr algn="l">
                <a:spcAft>
                  <a:spcPts val="600"/>
                </a:spcAft>
              </a:pPr>
              <a:r>
                <a:rPr lang="en-GB" sz="1000"/>
                <a:t>Purple</a:t>
              </a:r>
            </a:p>
          </p:txBody>
        </p:sp>
        <p:sp>
          <p:nvSpPr>
            <p:cNvPr id="51" name="TextBox 50">
              <a:extLst>
                <a:ext uri="{FF2B5EF4-FFF2-40B4-BE49-F238E27FC236}">
                  <a16:creationId xmlns:a16="http://schemas.microsoft.com/office/drawing/2014/main" id="{49A40265-6498-4E16-877D-6BC9A8CE7DCA}"/>
                </a:ext>
              </a:extLst>
            </p:cNvPr>
            <p:cNvSpPr txBox="1"/>
            <p:nvPr userDrawn="1"/>
          </p:nvSpPr>
          <p:spPr>
            <a:xfrm>
              <a:off x="1921682" y="5408191"/>
              <a:ext cx="1253995" cy="237066"/>
            </a:xfrm>
            <a:prstGeom prst="rect">
              <a:avLst/>
            </a:prstGeom>
            <a:noFill/>
          </p:spPr>
          <p:txBody>
            <a:bodyPr wrap="square" lIns="54610" tIns="54610" rIns="54610" bIns="54610" rtlCol="0" anchor="ctr">
              <a:noAutofit/>
            </a:bodyPr>
            <a:lstStyle/>
            <a:p>
              <a:pPr algn="l">
                <a:spcAft>
                  <a:spcPts val="600"/>
                </a:spcAft>
              </a:pPr>
              <a:r>
                <a:rPr lang="en-GB" sz="1000"/>
                <a:t>Pink</a:t>
              </a:r>
            </a:p>
          </p:txBody>
        </p:sp>
      </p:grpSp>
      <p:sp>
        <p:nvSpPr>
          <p:cNvPr id="12" name="TextBox 11">
            <a:extLst>
              <a:ext uri="{FF2B5EF4-FFF2-40B4-BE49-F238E27FC236}">
                <a16:creationId xmlns:a16="http://schemas.microsoft.com/office/drawing/2014/main" id="{8B231EB6-12A0-47AA-88B0-D248845383EA}"/>
              </a:ext>
            </a:extLst>
          </p:cNvPr>
          <p:cNvSpPr txBox="1"/>
          <p:nvPr userDrawn="1"/>
        </p:nvSpPr>
        <p:spPr>
          <a:xfrm>
            <a:off x="2992848" y="1330325"/>
            <a:ext cx="1946348"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Accent Colors for Infographics and charts only</a:t>
            </a:r>
          </a:p>
        </p:txBody>
      </p:sp>
      <p:sp>
        <p:nvSpPr>
          <p:cNvPr id="9" name="Rectangle 8">
            <a:extLst>
              <a:ext uri="{FF2B5EF4-FFF2-40B4-BE49-F238E27FC236}">
                <a16:creationId xmlns:a16="http://schemas.microsoft.com/office/drawing/2014/main" id="{A4B6D9AD-8E94-4A62-B92C-C973F5486E37}"/>
              </a:ext>
            </a:extLst>
          </p:cNvPr>
          <p:cNvSpPr/>
          <p:nvPr userDrawn="1"/>
        </p:nvSpPr>
        <p:spPr>
          <a:xfrm>
            <a:off x="2999643" y="2240139"/>
            <a:ext cx="839614" cy="411225"/>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0" name="Rectangle 9">
            <a:extLst>
              <a:ext uri="{FF2B5EF4-FFF2-40B4-BE49-F238E27FC236}">
                <a16:creationId xmlns:a16="http://schemas.microsoft.com/office/drawing/2014/main" id="{5D377AFC-4BDC-44AC-80A6-06A9503B868A}"/>
              </a:ext>
            </a:extLst>
          </p:cNvPr>
          <p:cNvSpPr/>
          <p:nvPr userDrawn="1"/>
        </p:nvSpPr>
        <p:spPr>
          <a:xfrm>
            <a:off x="2999643" y="2754701"/>
            <a:ext cx="839614" cy="411225"/>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59" name="Rectangle 58">
            <a:extLst>
              <a:ext uri="{FF2B5EF4-FFF2-40B4-BE49-F238E27FC236}">
                <a16:creationId xmlns:a16="http://schemas.microsoft.com/office/drawing/2014/main" id="{8B8F1FC7-CA8A-485A-9440-4EA69DF44F1B}"/>
              </a:ext>
            </a:extLst>
          </p:cNvPr>
          <p:cNvSpPr/>
          <p:nvPr userDrawn="1"/>
        </p:nvSpPr>
        <p:spPr>
          <a:xfrm>
            <a:off x="2999643" y="3269262"/>
            <a:ext cx="839614" cy="411225"/>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sp>
        <p:nvSpPr>
          <p:cNvPr id="60" name="Rectangle 59">
            <a:extLst>
              <a:ext uri="{FF2B5EF4-FFF2-40B4-BE49-F238E27FC236}">
                <a16:creationId xmlns:a16="http://schemas.microsoft.com/office/drawing/2014/main" id="{FF4DC1F0-F2DB-41DC-B843-C645575C978D}"/>
              </a:ext>
            </a:extLst>
          </p:cNvPr>
          <p:cNvSpPr/>
          <p:nvPr userDrawn="1"/>
        </p:nvSpPr>
        <p:spPr>
          <a:xfrm>
            <a:off x="2999643" y="3783824"/>
            <a:ext cx="839614" cy="411225"/>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255</a:t>
            </a:r>
          </a:p>
          <a:p>
            <a:pPr algn="ctr"/>
            <a:r>
              <a:rPr lang="en-GB" sz="800">
                <a:solidFill>
                  <a:sysClr val="windowText" lastClr="000000"/>
                </a:solidFill>
              </a:rPr>
              <a:t>163</a:t>
            </a:r>
          </a:p>
          <a:p>
            <a:pPr algn="ctr"/>
            <a:r>
              <a:rPr lang="en-GB" sz="800">
                <a:solidFill>
                  <a:sysClr val="windowText" lastClr="000000"/>
                </a:solidFill>
              </a:rPr>
              <a:t>218</a:t>
            </a:r>
          </a:p>
        </p:txBody>
      </p:sp>
      <p:sp>
        <p:nvSpPr>
          <p:cNvPr id="61" name="Rectangle 60">
            <a:extLst>
              <a:ext uri="{FF2B5EF4-FFF2-40B4-BE49-F238E27FC236}">
                <a16:creationId xmlns:a16="http://schemas.microsoft.com/office/drawing/2014/main" id="{1FDCCC15-7DDA-4C27-A66A-86FEF3CE0FDB}"/>
              </a:ext>
            </a:extLst>
          </p:cNvPr>
          <p:cNvSpPr/>
          <p:nvPr userDrawn="1"/>
        </p:nvSpPr>
        <p:spPr>
          <a:xfrm>
            <a:off x="2999643" y="4298384"/>
            <a:ext cx="839614" cy="411225"/>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62" name="Rectangle 61">
            <a:extLst>
              <a:ext uri="{FF2B5EF4-FFF2-40B4-BE49-F238E27FC236}">
                <a16:creationId xmlns:a16="http://schemas.microsoft.com/office/drawing/2014/main" id="{E6A7B705-A81A-45EE-B7F8-A08C39775723}"/>
              </a:ext>
            </a:extLst>
          </p:cNvPr>
          <p:cNvSpPr/>
          <p:nvPr userDrawn="1"/>
        </p:nvSpPr>
        <p:spPr>
          <a:xfrm>
            <a:off x="2999643" y="4806552"/>
            <a:ext cx="839614" cy="411225"/>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63" name="Rectangle 62">
            <a:extLst>
              <a:ext uri="{FF2B5EF4-FFF2-40B4-BE49-F238E27FC236}">
                <a16:creationId xmlns:a16="http://schemas.microsoft.com/office/drawing/2014/main" id="{70C56EF7-AC83-449B-8CC3-F1D314081B92}"/>
              </a:ext>
            </a:extLst>
          </p:cNvPr>
          <p:cNvSpPr/>
          <p:nvPr userDrawn="1"/>
        </p:nvSpPr>
        <p:spPr>
          <a:xfrm>
            <a:off x="2999643" y="5321112"/>
            <a:ext cx="839614" cy="411225"/>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accent3"/>
                </a:solidFill>
              </a:rPr>
              <a:t>99</a:t>
            </a:r>
          </a:p>
          <a:p>
            <a:pPr algn="ctr"/>
            <a:r>
              <a:rPr lang="en-GB" sz="800">
                <a:solidFill>
                  <a:schemeClr val="accent3"/>
                </a:solidFill>
              </a:rPr>
              <a:t>235</a:t>
            </a:r>
          </a:p>
          <a:p>
            <a:pPr algn="ctr"/>
            <a:r>
              <a:rPr lang="en-GB" sz="800">
                <a:solidFill>
                  <a:schemeClr val="accent3"/>
                </a:solidFill>
              </a:rPr>
              <a:t>218</a:t>
            </a:r>
          </a:p>
        </p:txBody>
      </p:sp>
      <p:grpSp>
        <p:nvGrpSpPr>
          <p:cNvPr id="65" name="Group 64">
            <a:extLst>
              <a:ext uri="{FF2B5EF4-FFF2-40B4-BE49-F238E27FC236}">
                <a16:creationId xmlns:a16="http://schemas.microsoft.com/office/drawing/2014/main" id="{34556660-1591-47B1-B18E-F2FCE5FDCA50}"/>
              </a:ext>
            </a:extLst>
          </p:cNvPr>
          <p:cNvGrpSpPr/>
          <p:nvPr userDrawn="1"/>
        </p:nvGrpSpPr>
        <p:grpSpPr>
          <a:xfrm>
            <a:off x="3971416" y="2338957"/>
            <a:ext cx="1253995" cy="3303408"/>
            <a:chOff x="2169429" y="1756308"/>
            <a:chExt cx="2286000" cy="3303408"/>
          </a:xfrm>
        </p:grpSpPr>
        <p:sp>
          <p:nvSpPr>
            <p:cNvPr id="66" name="TextBox 65">
              <a:extLst>
                <a:ext uri="{FF2B5EF4-FFF2-40B4-BE49-F238E27FC236}">
                  <a16:creationId xmlns:a16="http://schemas.microsoft.com/office/drawing/2014/main" id="{C1242448-F6EA-445E-86F6-56F1F6B8DCA0}"/>
                </a:ext>
              </a:extLst>
            </p:cNvPr>
            <p:cNvSpPr txBox="1"/>
            <p:nvPr userDrawn="1"/>
          </p:nvSpPr>
          <p:spPr>
            <a:xfrm>
              <a:off x="2169429" y="2778422"/>
              <a:ext cx="2286000" cy="237066"/>
            </a:xfrm>
            <a:prstGeom prst="rect">
              <a:avLst/>
            </a:prstGeom>
            <a:noFill/>
          </p:spPr>
          <p:txBody>
            <a:bodyPr wrap="square" lIns="54610" tIns="54610" rIns="54610" bIns="54610" rtlCol="0" anchor="ctr">
              <a:noAutofit/>
            </a:bodyPr>
            <a:lstStyle/>
            <a:p>
              <a:pPr algn="l">
                <a:spcAft>
                  <a:spcPts val="600"/>
                </a:spcAft>
              </a:pPr>
              <a:r>
                <a:rPr lang="en-GB" sz="1000"/>
                <a:t>Dark Pink</a:t>
              </a:r>
            </a:p>
          </p:txBody>
        </p:sp>
        <p:sp>
          <p:nvSpPr>
            <p:cNvPr id="67" name="TextBox 66">
              <a:extLst>
                <a:ext uri="{FF2B5EF4-FFF2-40B4-BE49-F238E27FC236}">
                  <a16:creationId xmlns:a16="http://schemas.microsoft.com/office/drawing/2014/main" id="{F9F2D96E-0391-44D3-9D85-C49CD2682224}"/>
                </a:ext>
              </a:extLst>
            </p:cNvPr>
            <p:cNvSpPr txBox="1"/>
            <p:nvPr userDrawn="1"/>
          </p:nvSpPr>
          <p:spPr>
            <a:xfrm>
              <a:off x="2169429" y="1756308"/>
              <a:ext cx="2286000" cy="237066"/>
            </a:xfrm>
            <a:prstGeom prst="rect">
              <a:avLst/>
            </a:prstGeom>
            <a:noFill/>
          </p:spPr>
          <p:txBody>
            <a:bodyPr wrap="square" lIns="54610" tIns="54610" rIns="54610" bIns="54610" rtlCol="0" anchor="ctr">
              <a:noAutofit/>
            </a:bodyPr>
            <a:lstStyle/>
            <a:p>
              <a:pPr algn="l">
                <a:spcAft>
                  <a:spcPts val="600"/>
                </a:spcAft>
              </a:pPr>
              <a:r>
                <a:rPr lang="en-GB" sz="1000"/>
                <a:t>Dark Purple</a:t>
              </a:r>
            </a:p>
          </p:txBody>
        </p:sp>
        <p:sp>
          <p:nvSpPr>
            <p:cNvPr id="68" name="TextBox 67">
              <a:extLst>
                <a:ext uri="{FF2B5EF4-FFF2-40B4-BE49-F238E27FC236}">
                  <a16:creationId xmlns:a16="http://schemas.microsoft.com/office/drawing/2014/main" id="{712A9094-C141-4137-91C8-07CDF0270449}"/>
                </a:ext>
              </a:extLst>
            </p:cNvPr>
            <p:cNvSpPr txBox="1"/>
            <p:nvPr userDrawn="1"/>
          </p:nvSpPr>
          <p:spPr>
            <a:xfrm>
              <a:off x="2169429" y="3289479"/>
              <a:ext cx="2286000" cy="237066"/>
            </a:xfrm>
            <a:prstGeom prst="rect">
              <a:avLst/>
            </a:prstGeom>
            <a:noFill/>
          </p:spPr>
          <p:txBody>
            <a:bodyPr wrap="square" lIns="54610" tIns="54610" rIns="54610" bIns="54610" rtlCol="0" anchor="ctr">
              <a:noAutofit/>
            </a:bodyPr>
            <a:lstStyle/>
            <a:p>
              <a:pPr algn="l">
                <a:spcAft>
                  <a:spcPts val="600"/>
                </a:spcAft>
              </a:pPr>
              <a:r>
                <a:rPr lang="en-GB" sz="1000"/>
                <a:t>Light Pink</a:t>
              </a:r>
            </a:p>
          </p:txBody>
        </p:sp>
        <p:sp>
          <p:nvSpPr>
            <p:cNvPr id="69" name="TextBox 68">
              <a:extLst>
                <a:ext uri="{FF2B5EF4-FFF2-40B4-BE49-F238E27FC236}">
                  <a16:creationId xmlns:a16="http://schemas.microsoft.com/office/drawing/2014/main" id="{A455B7B5-73DE-46AF-B400-88997B50AD80}"/>
                </a:ext>
              </a:extLst>
            </p:cNvPr>
            <p:cNvSpPr txBox="1"/>
            <p:nvPr userDrawn="1"/>
          </p:nvSpPr>
          <p:spPr>
            <a:xfrm>
              <a:off x="2169429" y="3800536"/>
              <a:ext cx="2286000" cy="237066"/>
            </a:xfrm>
            <a:prstGeom prst="rect">
              <a:avLst/>
            </a:prstGeom>
            <a:noFill/>
          </p:spPr>
          <p:txBody>
            <a:bodyPr wrap="square" lIns="54610" tIns="54610" rIns="54610" bIns="54610" rtlCol="0" anchor="ctr">
              <a:noAutofit/>
            </a:bodyPr>
            <a:lstStyle/>
            <a:p>
              <a:pPr algn="l">
                <a:spcAft>
                  <a:spcPts val="600"/>
                </a:spcAft>
              </a:pPr>
              <a:r>
                <a:rPr lang="en-GB" sz="1000"/>
                <a:t>Dark Green</a:t>
              </a:r>
            </a:p>
          </p:txBody>
        </p:sp>
        <p:sp>
          <p:nvSpPr>
            <p:cNvPr id="70" name="TextBox 69">
              <a:extLst>
                <a:ext uri="{FF2B5EF4-FFF2-40B4-BE49-F238E27FC236}">
                  <a16:creationId xmlns:a16="http://schemas.microsoft.com/office/drawing/2014/main" id="{2B4C4881-6213-41A5-AC03-CCE78498A9AE}"/>
                </a:ext>
              </a:extLst>
            </p:cNvPr>
            <p:cNvSpPr txBox="1"/>
            <p:nvPr userDrawn="1"/>
          </p:nvSpPr>
          <p:spPr>
            <a:xfrm>
              <a:off x="2169429" y="2267365"/>
              <a:ext cx="2286000" cy="237066"/>
            </a:xfrm>
            <a:prstGeom prst="rect">
              <a:avLst/>
            </a:prstGeom>
            <a:noFill/>
          </p:spPr>
          <p:txBody>
            <a:bodyPr wrap="square" lIns="54610" tIns="54610" rIns="54610" bIns="54610" rtlCol="0" anchor="ctr">
              <a:noAutofit/>
            </a:bodyPr>
            <a:lstStyle/>
            <a:p>
              <a:pPr algn="l">
                <a:spcAft>
                  <a:spcPts val="600"/>
                </a:spcAft>
              </a:pPr>
              <a:r>
                <a:rPr lang="en-GB" sz="1000"/>
                <a:t>Light Purple</a:t>
              </a:r>
            </a:p>
          </p:txBody>
        </p:sp>
        <p:sp>
          <p:nvSpPr>
            <p:cNvPr id="71" name="TextBox 70">
              <a:extLst>
                <a:ext uri="{FF2B5EF4-FFF2-40B4-BE49-F238E27FC236}">
                  <a16:creationId xmlns:a16="http://schemas.microsoft.com/office/drawing/2014/main" id="{940387EA-5FDE-4F6F-BAF2-604549CCD0F0}"/>
                </a:ext>
              </a:extLst>
            </p:cNvPr>
            <p:cNvSpPr txBox="1"/>
            <p:nvPr userDrawn="1"/>
          </p:nvSpPr>
          <p:spPr>
            <a:xfrm>
              <a:off x="2169429" y="4311593"/>
              <a:ext cx="2286000" cy="237066"/>
            </a:xfrm>
            <a:prstGeom prst="rect">
              <a:avLst/>
            </a:prstGeom>
            <a:noFill/>
          </p:spPr>
          <p:txBody>
            <a:bodyPr wrap="square" lIns="54610" tIns="54610" rIns="54610" bIns="54610" rtlCol="0" anchor="ctr">
              <a:noAutofit/>
            </a:bodyPr>
            <a:lstStyle/>
            <a:p>
              <a:pPr algn="l">
                <a:spcAft>
                  <a:spcPts val="600"/>
                </a:spcAft>
              </a:pPr>
              <a:r>
                <a:rPr lang="en-GB" sz="1000"/>
                <a:t>Green</a:t>
              </a:r>
            </a:p>
          </p:txBody>
        </p:sp>
        <p:sp>
          <p:nvSpPr>
            <p:cNvPr id="72" name="TextBox 71">
              <a:extLst>
                <a:ext uri="{FF2B5EF4-FFF2-40B4-BE49-F238E27FC236}">
                  <a16:creationId xmlns:a16="http://schemas.microsoft.com/office/drawing/2014/main" id="{A92671DE-F6BD-48CB-B11C-208DD1F1CCB3}"/>
                </a:ext>
              </a:extLst>
            </p:cNvPr>
            <p:cNvSpPr txBox="1"/>
            <p:nvPr userDrawn="1"/>
          </p:nvSpPr>
          <p:spPr>
            <a:xfrm>
              <a:off x="2169429" y="4822650"/>
              <a:ext cx="2286000" cy="237066"/>
            </a:xfrm>
            <a:prstGeom prst="rect">
              <a:avLst/>
            </a:prstGeom>
            <a:noFill/>
          </p:spPr>
          <p:txBody>
            <a:bodyPr wrap="square" lIns="54610" tIns="54610" rIns="54610" bIns="54610" rtlCol="0" anchor="ctr">
              <a:noAutofit/>
            </a:bodyPr>
            <a:lstStyle/>
            <a:p>
              <a:pPr algn="l">
                <a:spcAft>
                  <a:spcPts val="600"/>
                </a:spcAft>
              </a:pPr>
              <a:r>
                <a:rPr lang="en-GB" sz="1000"/>
                <a:t>Light Green</a:t>
              </a:r>
            </a:p>
          </p:txBody>
        </p:sp>
      </p:grpSp>
      <p:sp>
        <p:nvSpPr>
          <p:cNvPr id="74" name="Rectangle 73">
            <a:extLst>
              <a:ext uri="{FF2B5EF4-FFF2-40B4-BE49-F238E27FC236}">
                <a16:creationId xmlns:a16="http://schemas.microsoft.com/office/drawing/2014/main" id="{35C7B945-9627-4D94-B008-C987FEA96972}"/>
              </a:ext>
            </a:extLst>
          </p:cNvPr>
          <p:cNvSpPr/>
          <p:nvPr userDrawn="1"/>
        </p:nvSpPr>
        <p:spPr>
          <a:xfrm>
            <a:off x="5232206" y="1731971"/>
            <a:ext cx="839614" cy="411225"/>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51</a:t>
            </a:r>
          </a:p>
          <a:p>
            <a:pPr algn="ctr"/>
            <a:r>
              <a:rPr lang="en-GB" sz="800">
                <a:solidFill>
                  <a:schemeClr val="bg1"/>
                </a:solidFill>
              </a:rPr>
              <a:t>51</a:t>
            </a:r>
          </a:p>
          <a:p>
            <a:pPr algn="ctr"/>
            <a:r>
              <a:rPr lang="en-GB" sz="800">
                <a:solidFill>
                  <a:schemeClr val="bg1"/>
                </a:solidFill>
              </a:rPr>
              <a:t>51</a:t>
            </a:r>
          </a:p>
        </p:txBody>
      </p:sp>
      <p:sp>
        <p:nvSpPr>
          <p:cNvPr id="75" name="Rectangle 74">
            <a:extLst>
              <a:ext uri="{FF2B5EF4-FFF2-40B4-BE49-F238E27FC236}">
                <a16:creationId xmlns:a16="http://schemas.microsoft.com/office/drawing/2014/main" id="{AEB1F170-4966-4AAF-ABAA-3D2A0369F7FA}"/>
              </a:ext>
            </a:extLst>
          </p:cNvPr>
          <p:cNvSpPr/>
          <p:nvPr userDrawn="1"/>
        </p:nvSpPr>
        <p:spPr>
          <a:xfrm>
            <a:off x="5232206" y="2246533"/>
            <a:ext cx="839614" cy="41122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endParaRPr lang="en-GB" sz="800">
              <a:solidFill>
                <a:schemeClr val="bg1"/>
              </a:solidFill>
            </a:endParaRPr>
          </a:p>
        </p:txBody>
      </p:sp>
      <p:sp>
        <p:nvSpPr>
          <p:cNvPr id="76" name="TextBox 75">
            <a:extLst>
              <a:ext uri="{FF2B5EF4-FFF2-40B4-BE49-F238E27FC236}">
                <a16:creationId xmlns:a16="http://schemas.microsoft.com/office/drawing/2014/main" id="{7033C2B2-E4D1-4420-8509-EC1E2C80321F}"/>
              </a:ext>
            </a:extLst>
          </p:cNvPr>
          <p:cNvSpPr txBox="1"/>
          <p:nvPr userDrawn="1"/>
        </p:nvSpPr>
        <p:spPr>
          <a:xfrm>
            <a:off x="5225411" y="1330325"/>
            <a:ext cx="1545229"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Neutrals for Infographics and charts only </a:t>
            </a:r>
          </a:p>
        </p:txBody>
      </p:sp>
      <p:sp>
        <p:nvSpPr>
          <p:cNvPr id="77" name="Rectangle 76">
            <a:extLst>
              <a:ext uri="{FF2B5EF4-FFF2-40B4-BE49-F238E27FC236}">
                <a16:creationId xmlns:a16="http://schemas.microsoft.com/office/drawing/2014/main" id="{9BFC6FF0-9D30-4829-A667-26B9E6467077}"/>
              </a:ext>
            </a:extLst>
          </p:cNvPr>
          <p:cNvSpPr/>
          <p:nvPr userDrawn="1"/>
        </p:nvSpPr>
        <p:spPr>
          <a:xfrm>
            <a:off x="5232206" y="2761094"/>
            <a:ext cx="839614" cy="411225"/>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152</a:t>
            </a:r>
          </a:p>
          <a:p>
            <a:pPr algn="ctr"/>
            <a:r>
              <a:rPr lang="en-GB" sz="800">
                <a:solidFill>
                  <a:schemeClr val="bg1"/>
                </a:solidFill>
              </a:rPr>
              <a:t>152</a:t>
            </a:r>
          </a:p>
          <a:p>
            <a:pPr algn="ctr"/>
            <a:r>
              <a:rPr lang="en-GB" sz="800">
                <a:solidFill>
                  <a:schemeClr val="bg1"/>
                </a:solidFill>
              </a:rPr>
              <a:t>152</a:t>
            </a:r>
          </a:p>
        </p:txBody>
      </p:sp>
      <p:sp>
        <p:nvSpPr>
          <p:cNvPr id="78" name="Rectangle 77">
            <a:extLst>
              <a:ext uri="{FF2B5EF4-FFF2-40B4-BE49-F238E27FC236}">
                <a16:creationId xmlns:a16="http://schemas.microsoft.com/office/drawing/2014/main" id="{AF40F7A4-A491-46D0-AC78-F38FB368D987}"/>
              </a:ext>
            </a:extLst>
          </p:cNvPr>
          <p:cNvSpPr/>
          <p:nvPr userDrawn="1"/>
        </p:nvSpPr>
        <p:spPr>
          <a:xfrm>
            <a:off x="5232206" y="3275656"/>
            <a:ext cx="839614" cy="411225"/>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178</a:t>
            </a:r>
          </a:p>
          <a:p>
            <a:pPr algn="ctr"/>
            <a:r>
              <a:rPr lang="en-GB" sz="800">
                <a:solidFill>
                  <a:sysClr val="windowText" lastClr="000000"/>
                </a:solidFill>
              </a:rPr>
              <a:t>178</a:t>
            </a:r>
          </a:p>
          <a:p>
            <a:pPr algn="ctr"/>
            <a:r>
              <a:rPr lang="en-GB" sz="800">
                <a:solidFill>
                  <a:sysClr val="windowText" lastClr="000000"/>
                </a:solidFill>
              </a:rPr>
              <a:t>178</a:t>
            </a:r>
          </a:p>
        </p:txBody>
      </p:sp>
      <p:sp>
        <p:nvSpPr>
          <p:cNvPr id="79" name="Rectangle 78">
            <a:extLst>
              <a:ext uri="{FF2B5EF4-FFF2-40B4-BE49-F238E27FC236}">
                <a16:creationId xmlns:a16="http://schemas.microsoft.com/office/drawing/2014/main" id="{E22CE48C-CD62-438B-AF1B-E80398CE41CF}"/>
              </a:ext>
            </a:extLst>
          </p:cNvPr>
          <p:cNvSpPr/>
          <p:nvPr userDrawn="1"/>
        </p:nvSpPr>
        <p:spPr>
          <a:xfrm>
            <a:off x="5232206" y="3790216"/>
            <a:ext cx="839614" cy="41122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229</a:t>
            </a:r>
          </a:p>
          <a:p>
            <a:pPr algn="ctr"/>
            <a:r>
              <a:rPr lang="en-GB" sz="800">
                <a:solidFill>
                  <a:schemeClr val="tx1"/>
                </a:solidFill>
              </a:rPr>
              <a:t>229</a:t>
            </a:r>
          </a:p>
          <a:p>
            <a:pPr algn="ctr"/>
            <a:r>
              <a:rPr lang="en-GB" sz="800">
                <a:solidFill>
                  <a:schemeClr val="tx1"/>
                </a:solidFill>
              </a:rPr>
              <a:t>229</a:t>
            </a:r>
          </a:p>
        </p:txBody>
      </p:sp>
      <p:sp>
        <p:nvSpPr>
          <p:cNvPr id="83" name="TextBox 82">
            <a:extLst>
              <a:ext uri="{FF2B5EF4-FFF2-40B4-BE49-F238E27FC236}">
                <a16:creationId xmlns:a16="http://schemas.microsoft.com/office/drawing/2014/main" id="{BFA814C9-BD96-4348-B664-2AD4A5DAAB12}"/>
              </a:ext>
            </a:extLst>
          </p:cNvPr>
          <p:cNvSpPr txBox="1"/>
          <p:nvPr userDrawn="1"/>
        </p:nvSpPr>
        <p:spPr>
          <a:xfrm>
            <a:off x="6203980" y="2852903"/>
            <a:ext cx="714476" cy="237066"/>
          </a:xfrm>
          <a:prstGeom prst="rect">
            <a:avLst/>
          </a:prstGeom>
          <a:noFill/>
        </p:spPr>
        <p:txBody>
          <a:bodyPr wrap="square" lIns="54610" tIns="54610" rIns="54610" bIns="54610" rtlCol="0" anchor="ctr">
            <a:noAutofit/>
          </a:bodyPr>
          <a:lstStyle/>
          <a:p>
            <a:pPr algn="l">
              <a:spcAft>
                <a:spcPts val="600"/>
              </a:spcAft>
            </a:pPr>
            <a:r>
              <a:rPr lang="en-GB" sz="1000"/>
              <a:t>Grey 3</a:t>
            </a:r>
          </a:p>
        </p:txBody>
      </p:sp>
      <p:sp>
        <p:nvSpPr>
          <p:cNvPr id="84" name="TextBox 83">
            <a:extLst>
              <a:ext uri="{FF2B5EF4-FFF2-40B4-BE49-F238E27FC236}">
                <a16:creationId xmlns:a16="http://schemas.microsoft.com/office/drawing/2014/main" id="{B38E8C09-0782-4E70-887B-080A8FC240A9}"/>
              </a:ext>
            </a:extLst>
          </p:cNvPr>
          <p:cNvSpPr txBox="1"/>
          <p:nvPr userDrawn="1"/>
        </p:nvSpPr>
        <p:spPr>
          <a:xfrm>
            <a:off x="6203980" y="1830789"/>
            <a:ext cx="714476" cy="237066"/>
          </a:xfrm>
          <a:prstGeom prst="rect">
            <a:avLst/>
          </a:prstGeom>
          <a:noFill/>
        </p:spPr>
        <p:txBody>
          <a:bodyPr wrap="square" lIns="54610" tIns="54610" rIns="54610" bIns="54610" rtlCol="0" anchor="ctr">
            <a:noAutofit/>
          </a:bodyPr>
          <a:lstStyle/>
          <a:p>
            <a:pPr algn="l">
              <a:spcAft>
                <a:spcPts val="600"/>
              </a:spcAft>
            </a:pPr>
            <a:r>
              <a:rPr lang="en-GB" sz="1000"/>
              <a:t>Grey 1</a:t>
            </a:r>
          </a:p>
        </p:txBody>
      </p:sp>
      <p:sp>
        <p:nvSpPr>
          <p:cNvPr id="85" name="TextBox 84">
            <a:extLst>
              <a:ext uri="{FF2B5EF4-FFF2-40B4-BE49-F238E27FC236}">
                <a16:creationId xmlns:a16="http://schemas.microsoft.com/office/drawing/2014/main" id="{7C3E17E9-EAB5-401D-99B5-E01BBCBAAE59}"/>
              </a:ext>
            </a:extLst>
          </p:cNvPr>
          <p:cNvSpPr txBox="1"/>
          <p:nvPr userDrawn="1"/>
        </p:nvSpPr>
        <p:spPr>
          <a:xfrm>
            <a:off x="6203980" y="3363960"/>
            <a:ext cx="714476" cy="237066"/>
          </a:xfrm>
          <a:prstGeom prst="rect">
            <a:avLst/>
          </a:prstGeom>
          <a:noFill/>
        </p:spPr>
        <p:txBody>
          <a:bodyPr wrap="square" lIns="54610" tIns="54610" rIns="54610" bIns="54610" rtlCol="0" anchor="ctr">
            <a:noAutofit/>
          </a:bodyPr>
          <a:lstStyle/>
          <a:p>
            <a:pPr algn="l">
              <a:spcAft>
                <a:spcPts val="600"/>
              </a:spcAft>
            </a:pPr>
            <a:r>
              <a:rPr lang="en-GB" sz="1000"/>
              <a:t>Grey 4</a:t>
            </a:r>
          </a:p>
        </p:txBody>
      </p:sp>
      <p:sp>
        <p:nvSpPr>
          <p:cNvPr id="86" name="TextBox 85">
            <a:extLst>
              <a:ext uri="{FF2B5EF4-FFF2-40B4-BE49-F238E27FC236}">
                <a16:creationId xmlns:a16="http://schemas.microsoft.com/office/drawing/2014/main" id="{DA95C41B-9591-4042-8AC0-03DBDA91FD18}"/>
              </a:ext>
            </a:extLst>
          </p:cNvPr>
          <p:cNvSpPr txBox="1"/>
          <p:nvPr userDrawn="1"/>
        </p:nvSpPr>
        <p:spPr>
          <a:xfrm>
            <a:off x="6203980" y="3875017"/>
            <a:ext cx="714476" cy="237066"/>
          </a:xfrm>
          <a:prstGeom prst="rect">
            <a:avLst/>
          </a:prstGeom>
          <a:noFill/>
        </p:spPr>
        <p:txBody>
          <a:bodyPr wrap="square" lIns="54610" tIns="54610" rIns="54610" bIns="54610" rtlCol="0" anchor="ctr">
            <a:noAutofit/>
          </a:bodyPr>
          <a:lstStyle/>
          <a:p>
            <a:pPr algn="l">
              <a:spcAft>
                <a:spcPts val="600"/>
              </a:spcAft>
            </a:pPr>
            <a:r>
              <a:rPr lang="en-GB" sz="1000"/>
              <a:t>Grey 5</a:t>
            </a:r>
          </a:p>
        </p:txBody>
      </p:sp>
      <p:sp>
        <p:nvSpPr>
          <p:cNvPr id="87" name="TextBox 86">
            <a:extLst>
              <a:ext uri="{FF2B5EF4-FFF2-40B4-BE49-F238E27FC236}">
                <a16:creationId xmlns:a16="http://schemas.microsoft.com/office/drawing/2014/main" id="{C924189F-5F86-46B9-810F-1AF60243011B}"/>
              </a:ext>
            </a:extLst>
          </p:cNvPr>
          <p:cNvSpPr txBox="1"/>
          <p:nvPr userDrawn="1"/>
        </p:nvSpPr>
        <p:spPr>
          <a:xfrm>
            <a:off x="6203980" y="2341846"/>
            <a:ext cx="714476" cy="237066"/>
          </a:xfrm>
          <a:prstGeom prst="rect">
            <a:avLst/>
          </a:prstGeom>
          <a:noFill/>
        </p:spPr>
        <p:txBody>
          <a:bodyPr wrap="square" lIns="54610" tIns="54610" rIns="54610" bIns="54610" rtlCol="0" anchor="ctr">
            <a:noAutofit/>
          </a:bodyPr>
          <a:lstStyle/>
          <a:p>
            <a:pPr algn="l">
              <a:spcAft>
                <a:spcPts val="600"/>
              </a:spcAft>
            </a:pPr>
            <a:r>
              <a:rPr lang="en-GB" sz="1000"/>
              <a:t>Grey 2</a:t>
            </a:r>
          </a:p>
        </p:txBody>
      </p:sp>
      <p:sp>
        <p:nvSpPr>
          <p:cNvPr id="52" name="Rectangle 51">
            <a:extLst>
              <a:ext uri="{FF2B5EF4-FFF2-40B4-BE49-F238E27FC236}">
                <a16:creationId xmlns:a16="http://schemas.microsoft.com/office/drawing/2014/main" id="{4ACB48A6-B340-401D-8994-A0E53291AC9B}"/>
              </a:ext>
            </a:extLst>
          </p:cNvPr>
          <p:cNvSpPr/>
          <p:nvPr userDrawn="1"/>
        </p:nvSpPr>
        <p:spPr>
          <a:xfrm>
            <a:off x="7170486" y="2670083"/>
            <a:ext cx="839614" cy="411225"/>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3" name="Rectangle 52">
            <a:extLst>
              <a:ext uri="{FF2B5EF4-FFF2-40B4-BE49-F238E27FC236}">
                <a16:creationId xmlns:a16="http://schemas.microsoft.com/office/drawing/2014/main" id="{26F71474-A782-4BB1-8B9F-8DCCEAF88E0C}"/>
              </a:ext>
            </a:extLst>
          </p:cNvPr>
          <p:cNvSpPr/>
          <p:nvPr userDrawn="1"/>
        </p:nvSpPr>
        <p:spPr>
          <a:xfrm>
            <a:off x="9170077" y="2670083"/>
            <a:ext cx="839614" cy="411225"/>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4" name="TextBox 53">
            <a:extLst>
              <a:ext uri="{FF2B5EF4-FFF2-40B4-BE49-F238E27FC236}">
                <a16:creationId xmlns:a16="http://schemas.microsoft.com/office/drawing/2014/main" id="{2102BFCC-8EF9-4273-ADB0-A655CD827F66}"/>
              </a:ext>
            </a:extLst>
          </p:cNvPr>
          <p:cNvSpPr txBox="1"/>
          <p:nvPr userDrawn="1"/>
        </p:nvSpPr>
        <p:spPr>
          <a:xfrm>
            <a:off x="8028290" y="2757773"/>
            <a:ext cx="1568421" cy="237066"/>
          </a:xfrm>
          <a:prstGeom prst="rect">
            <a:avLst/>
          </a:prstGeom>
          <a:noFill/>
        </p:spPr>
        <p:txBody>
          <a:bodyPr wrap="square" lIns="54610" tIns="54610" rIns="54610" bIns="54610" rtlCol="0" anchor="ctr">
            <a:noAutofit/>
          </a:bodyPr>
          <a:lstStyle/>
          <a:p>
            <a:pPr algn="l">
              <a:spcAft>
                <a:spcPts val="600"/>
              </a:spcAft>
            </a:pPr>
            <a:r>
              <a:rPr lang="en-GB" sz="1000"/>
              <a:t>Purple/</a:t>
            </a:r>
            <a:br>
              <a:rPr lang="en-GB" sz="1000"/>
            </a:br>
            <a:r>
              <a:rPr lang="en-GB" sz="1000"/>
              <a:t>Cobalt gradient</a:t>
            </a:r>
          </a:p>
        </p:txBody>
      </p:sp>
      <p:sp>
        <p:nvSpPr>
          <p:cNvPr id="55" name="TextBox 54">
            <a:extLst>
              <a:ext uri="{FF2B5EF4-FFF2-40B4-BE49-F238E27FC236}">
                <a16:creationId xmlns:a16="http://schemas.microsoft.com/office/drawing/2014/main" id="{02D8D802-07C6-434C-B36C-582D2F2FAF7C}"/>
              </a:ext>
            </a:extLst>
          </p:cNvPr>
          <p:cNvSpPr txBox="1"/>
          <p:nvPr userDrawn="1"/>
        </p:nvSpPr>
        <p:spPr>
          <a:xfrm>
            <a:off x="10100206" y="2869887"/>
            <a:ext cx="1709098" cy="237066"/>
          </a:xfrm>
          <a:prstGeom prst="rect">
            <a:avLst/>
          </a:prstGeom>
          <a:noFill/>
        </p:spPr>
        <p:txBody>
          <a:bodyPr wrap="square" lIns="54610" tIns="54610" rIns="54610" bIns="54610" rtlCol="0" anchor="ctr">
            <a:noAutofit/>
          </a:bodyPr>
          <a:lstStyle/>
          <a:p>
            <a:pPr algn="l">
              <a:spcAft>
                <a:spcPts val="600"/>
              </a:spcAft>
            </a:pPr>
            <a:r>
              <a:rPr lang="en-GB" sz="1000"/>
              <a:t>Pacific/</a:t>
            </a:r>
            <a:br>
              <a:rPr lang="en-GB" sz="1000"/>
            </a:br>
            <a:r>
              <a:rPr lang="en-GB" sz="1000"/>
              <a:t>Light Blue gradient</a:t>
            </a:r>
          </a:p>
        </p:txBody>
      </p:sp>
      <p:sp>
        <p:nvSpPr>
          <p:cNvPr id="56" name="TextBox 55">
            <a:extLst>
              <a:ext uri="{FF2B5EF4-FFF2-40B4-BE49-F238E27FC236}">
                <a16:creationId xmlns:a16="http://schemas.microsoft.com/office/drawing/2014/main" id="{F56630A0-1CC3-4558-99F3-72A9846C3FA4}"/>
              </a:ext>
            </a:extLst>
          </p:cNvPr>
          <p:cNvSpPr txBox="1"/>
          <p:nvPr userDrawn="1"/>
        </p:nvSpPr>
        <p:spPr>
          <a:xfrm>
            <a:off x="7146554" y="1298952"/>
            <a:ext cx="4047046" cy="1269578"/>
          </a:xfrm>
          <a:prstGeom prst="rect">
            <a:avLst/>
          </a:prstGeom>
          <a:noFill/>
        </p:spPr>
        <p:txBody>
          <a:bodyPr wrap="square" lIns="0" tIns="0" rIns="0" bIns="0" rtlCol="0">
            <a:spAutoFit/>
          </a:bodyPr>
          <a:lstStyle/>
          <a:p>
            <a:pPr algn="l">
              <a:spcAft>
                <a:spcPts val="300"/>
              </a:spcAft>
            </a:pPr>
            <a:r>
              <a:rPr lang="en-US" sz="1000" b="1">
                <a:solidFill>
                  <a:sysClr val="windowText" lastClr="000000"/>
                </a:solidFill>
              </a:rPr>
              <a:t>Gradients</a:t>
            </a:r>
          </a:p>
          <a:p>
            <a:pPr marL="171450" indent="-171450" algn="l">
              <a:spcAft>
                <a:spcPts val="300"/>
              </a:spcAft>
              <a:buFont typeface="Arial" panose="020B0604020202020204" pitchFamily="34" charset="0"/>
              <a:buChar char="•"/>
            </a:pPr>
            <a:r>
              <a:rPr lang="en-GB" sz="1000" b="0">
                <a:solidFill>
                  <a:sysClr val="windowText" lastClr="000000"/>
                </a:solidFill>
              </a:rPr>
              <a:t>The colors are applied at both ends of the gradient, at 0% and 100% locations</a:t>
            </a:r>
          </a:p>
          <a:p>
            <a:pPr marL="171450" indent="-171450" algn="l">
              <a:spcAft>
                <a:spcPts val="300"/>
              </a:spcAft>
              <a:buFont typeface="Arial" panose="020B0604020202020204" pitchFamily="34" charset="0"/>
              <a:buChar char="•"/>
            </a:pPr>
            <a:r>
              <a:rPr lang="en-GB" sz="1000" b="0">
                <a:solidFill>
                  <a:sysClr val="windowText" lastClr="000000"/>
                </a:solidFill>
              </a:rPr>
              <a:t>The mid-point is at 50%</a:t>
            </a:r>
          </a:p>
          <a:p>
            <a:pPr marL="171450" indent="-171450" algn="l">
              <a:spcAft>
                <a:spcPts val="300"/>
              </a:spcAft>
              <a:buFont typeface="Arial" panose="020B0604020202020204" pitchFamily="34" charset="0"/>
              <a:buChar char="•"/>
            </a:pPr>
            <a:r>
              <a:rPr lang="en-GB" sz="1000" b="0">
                <a:solidFill>
                  <a:sysClr val="windowText" lastClr="000000"/>
                </a:solidFill>
              </a:rPr>
              <a:t>The gradients are used at a 0º angle</a:t>
            </a:r>
          </a:p>
          <a:p>
            <a:pPr marL="171450" indent="-171450" algn="l">
              <a:spcAft>
                <a:spcPts val="300"/>
              </a:spcAft>
              <a:buFont typeface="Arial" panose="020B0604020202020204" pitchFamily="34" charset="0"/>
              <a:buChar char="•"/>
            </a:pPr>
            <a:r>
              <a:rPr lang="en-GB" sz="1000" b="0">
                <a:solidFill>
                  <a:sysClr val="windowText" lastClr="000000"/>
                </a:solidFill>
              </a:rPr>
              <a:t>Use the linear gradient, never radial</a:t>
            </a:r>
          </a:p>
          <a:p>
            <a:pPr marL="171450" indent="-171450" algn="l">
              <a:spcAft>
                <a:spcPts val="300"/>
              </a:spcAft>
              <a:buFont typeface="Arial" panose="020B0604020202020204" pitchFamily="34" charset="0"/>
              <a:buChar char="•"/>
            </a:pPr>
            <a:r>
              <a:rPr lang="en-GB" sz="1000" b="0">
                <a:solidFill>
                  <a:sysClr val="windowText" lastClr="000000"/>
                </a:solidFill>
              </a:rPr>
              <a:t>Do not create new gradients; use only the gradients shown here</a:t>
            </a:r>
            <a:endParaRPr lang="en-US" sz="1000" b="0">
              <a:solidFill>
                <a:sysClr val="windowText" lastClr="000000"/>
              </a:solidFill>
            </a:endParaRPr>
          </a:p>
        </p:txBody>
      </p:sp>
      <p:sp>
        <p:nvSpPr>
          <p:cNvPr id="57" name="Rectangle 56">
            <a:extLst>
              <a:ext uri="{FF2B5EF4-FFF2-40B4-BE49-F238E27FC236}">
                <a16:creationId xmlns:a16="http://schemas.microsoft.com/office/drawing/2014/main" id="{9D5AAA1F-BD76-48F7-8C50-6E5979B9537B}"/>
              </a:ext>
            </a:extLst>
          </p:cNvPr>
          <p:cNvSpPr>
            <a:spLocks/>
          </p:cNvSpPr>
          <p:nvPr userDrawn="1"/>
        </p:nvSpPr>
        <p:spPr>
          <a:xfrm>
            <a:off x="5225411" y="4304594"/>
            <a:ext cx="839614" cy="41122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255</a:t>
            </a:r>
          </a:p>
          <a:p>
            <a:pPr algn="ctr"/>
            <a:r>
              <a:rPr lang="en-GB" sz="800">
                <a:solidFill>
                  <a:schemeClr val="tx1"/>
                </a:solidFill>
              </a:rPr>
              <a:t>255</a:t>
            </a:r>
          </a:p>
          <a:p>
            <a:pPr algn="ctr"/>
            <a:r>
              <a:rPr lang="en-GB" sz="800">
                <a:solidFill>
                  <a:schemeClr val="tx1"/>
                </a:solidFill>
              </a:rPr>
              <a:t>255</a:t>
            </a:r>
          </a:p>
        </p:txBody>
      </p:sp>
      <p:sp>
        <p:nvSpPr>
          <p:cNvPr id="58" name="TextBox 57">
            <a:extLst>
              <a:ext uri="{FF2B5EF4-FFF2-40B4-BE49-F238E27FC236}">
                <a16:creationId xmlns:a16="http://schemas.microsoft.com/office/drawing/2014/main" id="{3485E89C-C25F-4DDF-BA6F-8600323267FE}"/>
              </a:ext>
            </a:extLst>
          </p:cNvPr>
          <p:cNvSpPr txBox="1"/>
          <p:nvPr userDrawn="1"/>
        </p:nvSpPr>
        <p:spPr>
          <a:xfrm>
            <a:off x="6197185" y="4389395"/>
            <a:ext cx="714476" cy="237066"/>
          </a:xfrm>
          <a:prstGeom prst="rect">
            <a:avLst/>
          </a:prstGeom>
          <a:noFill/>
        </p:spPr>
        <p:txBody>
          <a:bodyPr wrap="square" lIns="54610" tIns="54610" rIns="54610" bIns="54610" rtlCol="0" anchor="ctr">
            <a:noAutofit/>
          </a:bodyPr>
          <a:lstStyle/>
          <a:p>
            <a:pPr algn="l">
              <a:spcAft>
                <a:spcPts val="600"/>
              </a:spcAft>
            </a:pPr>
            <a:r>
              <a:rPr lang="en-GB" sz="1000"/>
              <a:t>White</a:t>
            </a:r>
          </a:p>
        </p:txBody>
      </p:sp>
      <p:sp>
        <p:nvSpPr>
          <p:cNvPr id="64" name="TextBox 63">
            <a:extLst>
              <a:ext uri="{FF2B5EF4-FFF2-40B4-BE49-F238E27FC236}">
                <a16:creationId xmlns:a16="http://schemas.microsoft.com/office/drawing/2014/main" id="{147E9F40-D028-425F-96B1-C73C59C9C8EF}"/>
              </a:ext>
            </a:extLst>
          </p:cNvPr>
          <p:cNvSpPr txBox="1"/>
          <p:nvPr userDrawn="1"/>
        </p:nvSpPr>
        <p:spPr>
          <a:xfrm>
            <a:off x="7146554" y="3336981"/>
            <a:ext cx="1194238" cy="153888"/>
          </a:xfrm>
          <a:prstGeom prst="rect">
            <a:avLst/>
          </a:prstGeom>
          <a:noFill/>
        </p:spPr>
        <p:txBody>
          <a:bodyPr wrap="none" lIns="0" tIns="0" rIns="0" bIns="0" rtlCol="0">
            <a:noAutofit/>
          </a:bodyPr>
          <a:lstStyle/>
          <a:p>
            <a:pPr algn="l">
              <a:spcAft>
                <a:spcPts val="600"/>
              </a:spcAft>
            </a:pPr>
            <a:r>
              <a:rPr lang="en-US" sz="1000" b="1">
                <a:solidFill>
                  <a:sysClr val="windowText" lastClr="000000"/>
                </a:solidFill>
              </a:rPr>
              <a:t>Traffic Light Palette</a:t>
            </a:r>
            <a:endParaRPr lang="en-US" sz="1000" b="0">
              <a:solidFill>
                <a:sysClr val="windowText" lastClr="000000"/>
              </a:solidFill>
            </a:endParaRPr>
          </a:p>
        </p:txBody>
      </p:sp>
      <p:sp>
        <p:nvSpPr>
          <p:cNvPr id="73" name="Rectangle 72">
            <a:extLst>
              <a:ext uri="{FF2B5EF4-FFF2-40B4-BE49-F238E27FC236}">
                <a16:creationId xmlns:a16="http://schemas.microsoft.com/office/drawing/2014/main" id="{A2E77BBC-829E-4B5B-9C1B-B9C1344A811F}"/>
              </a:ext>
            </a:extLst>
          </p:cNvPr>
          <p:cNvSpPr>
            <a:spLocks/>
          </p:cNvSpPr>
          <p:nvPr userDrawn="1"/>
        </p:nvSpPr>
        <p:spPr>
          <a:xfrm>
            <a:off x="9353776" y="3589581"/>
            <a:ext cx="839614" cy="411225"/>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38</a:t>
            </a:r>
          </a:p>
          <a:p>
            <a:pPr algn="ctr"/>
            <a:r>
              <a:rPr lang="en-GB" sz="800">
                <a:solidFill>
                  <a:schemeClr val="bg1"/>
                </a:solidFill>
              </a:rPr>
              <a:t>153</a:t>
            </a:r>
          </a:p>
          <a:p>
            <a:pPr algn="ctr"/>
            <a:r>
              <a:rPr lang="en-GB" sz="800">
                <a:solidFill>
                  <a:schemeClr val="bg1"/>
                </a:solidFill>
              </a:rPr>
              <a:t>36</a:t>
            </a:r>
          </a:p>
        </p:txBody>
      </p:sp>
      <p:sp>
        <p:nvSpPr>
          <p:cNvPr id="80" name="Rectangle 79">
            <a:extLst>
              <a:ext uri="{FF2B5EF4-FFF2-40B4-BE49-F238E27FC236}">
                <a16:creationId xmlns:a16="http://schemas.microsoft.com/office/drawing/2014/main" id="{86053ADE-6CEF-4806-8C0F-B8BEED546A81}"/>
              </a:ext>
            </a:extLst>
          </p:cNvPr>
          <p:cNvSpPr>
            <a:spLocks/>
          </p:cNvSpPr>
          <p:nvPr userDrawn="1"/>
        </p:nvSpPr>
        <p:spPr>
          <a:xfrm>
            <a:off x="8262131" y="3589581"/>
            <a:ext cx="839614" cy="411225"/>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241</a:t>
            </a:r>
          </a:p>
          <a:p>
            <a:pPr algn="ctr"/>
            <a:r>
              <a:rPr lang="en-GB" sz="800">
                <a:solidFill>
                  <a:schemeClr val="bg1"/>
                </a:solidFill>
              </a:rPr>
              <a:t>196</a:t>
            </a:r>
          </a:p>
          <a:p>
            <a:pPr algn="ctr"/>
            <a:r>
              <a:rPr lang="en-GB" sz="800">
                <a:solidFill>
                  <a:schemeClr val="bg1"/>
                </a:solidFill>
              </a:rPr>
              <a:t>77</a:t>
            </a:r>
          </a:p>
        </p:txBody>
      </p:sp>
      <p:sp>
        <p:nvSpPr>
          <p:cNvPr id="81" name="Rectangle 80">
            <a:extLst>
              <a:ext uri="{FF2B5EF4-FFF2-40B4-BE49-F238E27FC236}">
                <a16:creationId xmlns:a16="http://schemas.microsoft.com/office/drawing/2014/main" id="{1FEC18AD-6921-4293-966A-F31741528B23}"/>
              </a:ext>
            </a:extLst>
          </p:cNvPr>
          <p:cNvSpPr>
            <a:spLocks/>
          </p:cNvSpPr>
          <p:nvPr userDrawn="1"/>
        </p:nvSpPr>
        <p:spPr>
          <a:xfrm>
            <a:off x="7170486" y="3589581"/>
            <a:ext cx="839614" cy="411225"/>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237</a:t>
            </a:r>
          </a:p>
          <a:p>
            <a:pPr algn="ctr"/>
            <a:r>
              <a:rPr lang="en-GB" sz="800">
                <a:solidFill>
                  <a:schemeClr val="bg1"/>
                </a:solidFill>
              </a:rPr>
              <a:t>33</a:t>
            </a:r>
          </a:p>
          <a:p>
            <a:pPr algn="ctr"/>
            <a:r>
              <a:rPr lang="en-GB" sz="800">
                <a:solidFill>
                  <a:schemeClr val="bg1"/>
                </a:solidFill>
              </a:rPr>
              <a:t>36</a:t>
            </a:r>
          </a:p>
        </p:txBody>
      </p:sp>
      <p:sp>
        <p:nvSpPr>
          <p:cNvPr id="88" name="TextBox 87">
            <a:extLst>
              <a:ext uri="{FF2B5EF4-FFF2-40B4-BE49-F238E27FC236}">
                <a16:creationId xmlns:a16="http://schemas.microsoft.com/office/drawing/2014/main" id="{BD3C657F-FD1E-40E0-B00F-F92EC3693861}"/>
              </a:ext>
            </a:extLst>
          </p:cNvPr>
          <p:cNvSpPr txBox="1"/>
          <p:nvPr userDrawn="1"/>
        </p:nvSpPr>
        <p:spPr>
          <a:xfrm>
            <a:off x="7146553" y="4285684"/>
            <a:ext cx="4159622" cy="626317"/>
          </a:xfrm>
          <a:prstGeom prst="rect">
            <a:avLst/>
          </a:prstGeom>
          <a:noFill/>
        </p:spPr>
        <p:txBody>
          <a:bodyPr wrap="square" lIns="0" tIns="0" rIns="0" bIns="0" rtlCol="0">
            <a:noAutofit/>
          </a:bodyPr>
          <a:lstStyle/>
          <a:p>
            <a:pPr algn="l">
              <a:spcAft>
                <a:spcPts val="600"/>
              </a:spcAft>
            </a:pPr>
            <a:r>
              <a:rPr lang="en-US" sz="1000" b="1">
                <a:solidFill>
                  <a:sysClr val="windowText" lastClr="000000"/>
                </a:solidFill>
              </a:rPr>
              <a:t>Potential chart color order</a:t>
            </a:r>
          </a:p>
          <a:p>
            <a:pPr marL="171450" indent="-171450" algn="l">
              <a:spcAft>
                <a:spcPts val="300"/>
              </a:spcAft>
              <a:buFont typeface="Arial" panose="020B0604020202020204" pitchFamily="34" charset="0"/>
              <a:buChar char="•"/>
            </a:pPr>
            <a:r>
              <a:rPr lang="en-US" sz="1000" b="0">
                <a:solidFill>
                  <a:sysClr val="windowText" lastClr="000000"/>
                </a:solidFill>
              </a:rPr>
              <a:t>Prioritize our blues, but they don’t have to be used all at once</a:t>
            </a:r>
          </a:p>
          <a:p>
            <a:pPr marL="171450" indent="-171450" algn="l">
              <a:spcAft>
                <a:spcPts val="300"/>
              </a:spcAft>
              <a:buFont typeface="Arial" panose="020B0604020202020204" pitchFamily="34" charset="0"/>
              <a:buChar char="•"/>
            </a:pPr>
            <a:r>
              <a:rPr lang="en-US" sz="1000" b="0">
                <a:solidFill>
                  <a:sysClr val="windowText" lastClr="000000"/>
                </a:solidFill>
              </a:rPr>
              <a:t>Mix light, mid and dark tones within data sets</a:t>
            </a:r>
          </a:p>
        </p:txBody>
      </p:sp>
      <p:cxnSp>
        <p:nvCxnSpPr>
          <p:cNvPr id="14" name="Straight Connector 13">
            <a:extLst>
              <a:ext uri="{FF2B5EF4-FFF2-40B4-BE49-F238E27FC236}">
                <a16:creationId xmlns:a16="http://schemas.microsoft.com/office/drawing/2014/main" id="{FF87E5F4-3A2B-41F8-A4AA-BA7FFC573394}"/>
              </a:ext>
            </a:extLst>
          </p:cNvPr>
          <p:cNvCxnSpPr/>
          <p:nvPr userDrawn="1"/>
        </p:nvCxnSpPr>
        <p:spPr>
          <a:xfrm>
            <a:off x="7170486" y="324260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18639F51-9F8C-4D36-8737-7A3DAC84F1DA}"/>
              </a:ext>
            </a:extLst>
          </p:cNvPr>
          <p:cNvCxnSpPr/>
          <p:nvPr userDrawn="1"/>
        </p:nvCxnSpPr>
        <p:spPr>
          <a:xfrm>
            <a:off x="7170486" y="417664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1B8890E6-18C7-479B-B73B-0C731D264307}"/>
              </a:ext>
            </a:extLst>
          </p:cNvPr>
          <p:cNvGrpSpPr/>
          <p:nvPr userDrawn="1"/>
        </p:nvGrpSpPr>
        <p:grpSpPr>
          <a:xfrm>
            <a:off x="7170486" y="5015319"/>
            <a:ext cx="4023114" cy="868052"/>
            <a:chOff x="6942744" y="5227726"/>
            <a:chExt cx="6397168" cy="1380293"/>
          </a:xfrm>
        </p:grpSpPr>
        <p:sp>
          <p:nvSpPr>
            <p:cNvPr id="89" name="Rectangle 88">
              <a:extLst>
                <a:ext uri="{FF2B5EF4-FFF2-40B4-BE49-F238E27FC236}">
                  <a16:creationId xmlns:a16="http://schemas.microsoft.com/office/drawing/2014/main" id="{D9642345-2D6B-4C6E-A9F2-A02D26D51DDD}"/>
                </a:ext>
              </a:extLst>
            </p:cNvPr>
            <p:cNvSpPr/>
            <p:nvPr userDrawn="1"/>
          </p:nvSpPr>
          <p:spPr>
            <a:xfrm>
              <a:off x="8821942" y="5227726"/>
              <a:ext cx="759576" cy="592341"/>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90" name="Rectangle 89">
              <a:extLst>
                <a:ext uri="{FF2B5EF4-FFF2-40B4-BE49-F238E27FC236}">
                  <a16:creationId xmlns:a16="http://schemas.microsoft.com/office/drawing/2014/main" id="{54B75BE9-8F9E-40F1-AE85-B929BD14E4F6}"/>
                </a:ext>
              </a:extLst>
            </p:cNvPr>
            <p:cNvSpPr/>
            <p:nvPr userDrawn="1"/>
          </p:nvSpPr>
          <p:spPr>
            <a:xfrm>
              <a:off x="6942744" y="5227726"/>
              <a:ext cx="759576" cy="592341"/>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91" name="Rectangle 90">
              <a:extLst>
                <a:ext uri="{FF2B5EF4-FFF2-40B4-BE49-F238E27FC236}">
                  <a16:creationId xmlns:a16="http://schemas.microsoft.com/office/drawing/2014/main" id="{403512C6-1015-4893-B421-D2CA83BB28B7}"/>
                </a:ext>
              </a:extLst>
            </p:cNvPr>
            <p:cNvSpPr/>
            <p:nvPr userDrawn="1"/>
          </p:nvSpPr>
          <p:spPr>
            <a:xfrm>
              <a:off x="9761541" y="5227726"/>
              <a:ext cx="759576" cy="592341"/>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92" name="Rectangle 91">
              <a:extLst>
                <a:ext uri="{FF2B5EF4-FFF2-40B4-BE49-F238E27FC236}">
                  <a16:creationId xmlns:a16="http://schemas.microsoft.com/office/drawing/2014/main" id="{8DF8AA28-67A9-4A84-A80F-52EFDEF62EC4}"/>
                </a:ext>
              </a:extLst>
            </p:cNvPr>
            <p:cNvSpPr/>
            <p:nvPr userDrawn="1"/>
          </p:nvSpPr>
          <p:spPr>
            <a:xfrm>
              <a:off x="11640737" y="5227726"/>
              <a:ext cx="759576" cy="592341"/>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93" name="Rectangle 92">
              <a:extLst>
                <a:ext uri="{FF2B5EF4-FFF2-40B4-BE49-F238E27FC236}">
                  <a16:creationId xmlns:a16="http://schemas.microsoft.com/office/drawing/2014/main" id="{96ECD3EF-C613-49EC-B955-C33743E8DAF2}"/>
                </a:ext>
              </a:extLst>
            </p:cNvPr>
            <p:cNvSpPr/>
            <p:nvPr userDrawn="1"/>
          </p:nvSpPr>
          <p:spPr>
            <a:xfrm>
              <a:off x="8821942" y="6015678"/>
              <a:ext cx="759576" cy="592341"/>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94" name="Rectangle 93">
              <a:extLst>
                <a:ext uri="{FF2B5EF4-FFF2-40B4-BE49-F238E27FC236}">
                  <a16:creationId xmlns:a16="http://schemas.microsoft.com/office/drawing/2014/main" id="{CEFF0E69-1303-4A97-A554-2617DBE38F85}"/>
                </a:ext>
              </a:extLst>
            </p:cNvPr>
            <p:cNvSpPr/>
            <p:nvPr userDrawn="1"/>
          </p:nvSpPr>
          <p:spPr>
            <a:xfrm>
              <a:off x="10701139" y="5227726"/>
              <a:ext cx="759576" cy="592341"/>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95" name="Rectangle 94">
              <a:extLst>
                <a:ext uri="{FF2B5EF4-FFF2-40B4-BE49-F238E27FC236}">
                  <a16:creationId xmlns:a16="http://schemas.microsoft.com/office/drawing/2014/main" id="{D22E2F76-F5F9-4152-8B76-200BB23CF93D}"/>
                </a:ext>
              </a:extLst>
            </p:cNvPr>
            <p:cNvSpPr/>
            <p:nvPr userDrawn="1"/>
          </p:nvSpPr>
          <p:spPr>
            <a:xfrm>
              <a:off x="9761541" y="6015678"/>
              <a:ext cx="759576" cy="592341"/>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255</a:t>
              </a:r>
            </a:p>
            <a:p>
              <a:pPr algn="ctr"/>
              <a:r>
                <a:rPr lang="en-GB" sz="800">
                  <a:solidFill>
                    <a:schemeClr val="bg1"/>
                  </a:solidFill>
                </a:rPr>
                <a:t>163</a:t>
              </a:r>
            </a:p>
            <a:p>
              <a:pPr algn="ctr"/>
              <a:r>
                <a:rPr lang="en-GB" sz="800">
                  <a:solidFill>
                    <a:schemeClr val="bg1"/>
                  </a:solidFill>
                </a:rPr>
                <a:t>218</a:t>
              </a:r>
            </a:p>
          </p:txBody>
        </p:sp>
        <p:sp>
          <p:nvSpPr>
            <p:cNvPr id="96" name="Rectangle 95">
              <a:extLst>
                <a:ext uri="{FF2B5EF4-FFF2-40B4-BE49-F238E27FC236}">
                  <a16:creationId xmlns:a16="http://schemas.microsoft.com/office/drawing/2014/main" id="{F294A2C6-DAFC-45CD-86AD-3902D99F3B8E}"/>
                </a:ext>
              </a:extLst>
            </p:cNvPr>
            <p:cNvSpPr/>
            <p:nvPr userDrawn="1"/>
          </p:nvSpPr>
          <p:spPr>
            <a:xfrm>
              <a:off x="6942744" y="6015678"/>
              <a:ext cx="759576" cy="592341"/>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97" name="Rectangle 96">
              <a:extLst>
                <a:ext uri="{FF2B5EF4-FFF2-40B4-BE49-F238E27FC236}">
                  <a16:creationId xmlns:a16="http://schemas.microsoft.com/office/drawing/2014/main" id="{E318800B-9E93-4883-840B-696F82170F32}"/>
                </a:ext>
              </a:extLst>
            </p:cNvPr>
            <p:cNvSpPr/>
            <p:nvPr userDrawn="1"/>
          </p:nvSpPr>
          <p:spPr>
            <a:xfrm>
              <a:off x="12580336" y="6015678"/>
              <a:ext cx="759576" cy="592341"/>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99</a:t>
              </a:r>
            </a:p>
            <a:p>
              <a:pPr algn="ctr"/>
              <a:r>
                <a:rPr lang="en-GB" sz="800">
                  <a:solidFill>
                    <a:sysClr val="windowText" lastClr="000000"/>
                  </a:solidFill>
                </a:rPr>
                <a:t>235</a:t>
              </a:r>
            </a:p>
            <a:p>
              <a:pPr algn="ctr"/>
              <a:r>
                <a:rPr lang="en-GB" sz="800">
                  <a:solidFill>
                    <a:sysClr val="windowText" lastClr="000000"/>
                  </a:solidFill>
                </a:rPr>
                <a:t>218</a:t>
              </a:r>
            </a:p>
          </p:txBody>
        </p:sp>
        <p:sp>
          <p:nvSpPr>
            <p:cNvPr id="98" name="Rectangle 97">
              <a:extLst>
                <a:ext uri="{FF2B5EF4-FFF2-40B4-BE49-F238E27FC236}">
                  <a16:creationId xmlns:a16="http://schemas.microsoft.com/office/drawing/2014/main" id="{14443132-A6B3-4990-BA37-9E2D3DE1B105}"/>
                </a:ext>
              </a:extLst>
            </p:cNvPr>
            <p:cNvSpPr/>
            <p:nvPr userDrawn="1"/>
          </p:nvSpPr>
          <p:spPr>
            <a:xfrm>
              <a:off x="7882343" y="5227726"/>
              <a:ext cx="759576" cy="592341"/>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99" name="Rectangle 98">
              <a:extLst>
                <a:ext uri="{FF2B5EF4-FFF2-40B4-BE49-F238E27FC236}">
                  <a16:creationId xmlns:a16="http://schemas.microsoft.com/office/drawing/2014/main" id="{6C79AFB4-7A51-4309-99F1-4015E9137C5F}"/>
                </a:ext>
              </a:extLst>
            </p:cNvPr>
            <p:cNvSpPr/>
            <p:nvPr userDrawn="1"/>
          </p:nvSpPr>
          <p:spPr>
            <a:xfrm>
              <a:off x="11640737" y="6015678"/>
              <a:ext cx="759576" cy="592341"/>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00" name="Rectangle 99">
              <a:extLst>
                <a:ext uri="{FF2B5EF4-FFF2-40B4-BE49-F238E27FC236}">
                  <a16:creationId xmlns:a16="http://schemas.microsoft.com/office/drawing/2014/main" id="{CE4F02C0-8A76-4F89-8E59-9E7549909C2A}"/>
                </a:ext>
              </a:extLst>
            </p:cNvPr>
            <p:cNvSpPr/>
            <p:nvPr userDrawn="1"/>
          </p:nvSpPr>
          <p:spPr>
            <a:xfrm>
              <a:off x="12580336" y="5227726"/>
              <a:ext cx="759576" cy="592341"/>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101" name="Rectangle 100">
              <a:extLst>
                <a:ext uri="{FF2B5EF4-FFF2-40B4-BE49-F238E27FC236}">
                  <a16:creationId xmlns:a16="http://schemas.microsoft.com/office/drawing/2014/main" id="{29198175-1C72-4E67-BB92-6595EEDA420A}"/>
                </a:ext>
              </a:extLst>
            </p:cNvPr>
            <p:cNvSpPr/>
            <p:nvPr userDrawn="1"/>
          </p:nvSpPr>
          <p:spPr>
            <a:xfrm>
              <a:off x="10701139" y="6015678"/>
              <a:ext cx="759576" cy="592341"/>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p:txBody>
        </p:sp>
        <p:sp>
          <p:nvSpPr>
            <p:cNvPr id="102" name="Rectangle 101">
              <a:extLst>
                <a:ext uri="{FF2B5EF4-FFF2-40B4-BE49-F238E27FC236}">
                  <a16:creationId xmlns:a16="http://schemas.microsoft.com/office/drawing/2014/main" id="{BB592D94-A7C3-4005-BCCE-3C53AAD95748}"/>
                </a:ext>
              </a:extLst>
            </p:cNvPr>
            <p:cNvSpPr/>
            <p:nvPr userDrawn="1"/>
          </p:nvSpPr>
          <p:spPr>
            <a:xfrm>
              <a:off x="7882343" y="6015678"/>
              <a:ext cx="759576" cy="592341"/>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grpSp>
    </p:spTree>
    <p:extLst>
      <p:ext uri="{BB962C8B-B14F-4D97-AF65-F5344CB8AC3E}">
        <p14:creationId xmlns:p14="http://schemas.microsoft.com/office/powerpoint/2010/main" val="36857828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7_DIVIDER 1">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2325831"/>
            <a:ext cx="6263956" cy="2300407"/>
          </a:xfrm>
        </p:spPr>
        <p:txBody>
          <a:bodyPr anchor="t" anchorCtr="0"/>
          <a:lstStyle>
            <a:lvl1pPr algn="l">
              <a:defRPr sz="8800" baseline="0">
                <a:solidFill>
                  <a:schemeClr val="bg1"/>
                </a:solidFill>
              </a:defRPr>
            </a:lvl1pPr>
          </a:lstStyle>
          <a:p>
            <a:r>
              <a:rPr lang="en-GB"/>
              <a:t>Divider copy </a:t>
            </a:r>
            <a:br>
              <a:rPr lang="en-GB"/>
            </a:br>
            <a:r>
              <a:rPr lang="en-GB"/>
              <a:t>goes here</a:t>
            </a:r>
            <a:endParaRPr lang="en-US"/>
          </a:p>
        </p:txBody>
      </p:sp>
      <p:sp>
        <p:nvSpPr>
          <p:cNvPr id="11" name="Text Placeholder 3">
            <a:extLst>
              <a:ext uri="{FF2B5EF4-FFF2-40B4-BE49-F238E27FC236}">
                <a16:creationId xmlns:a16="http://schemas.microsoft.com/office/drawing/2014/main" id="{33CE8DB4-A186-4059-9C81-D90597F800AA}"/>
              </a:ext>
            </a:extLst>
          </p:cNvPr>
          <p:cNvSpPr>
            <a:spLocks noGrp="1"/>
          </p:cNvSpPr>
          <p:nvPr>
            <p:ph type="body" sz="quarter" idx="11"/>
          </p:nvPr>
        </p:nvSpPr>
        <p:spPr>
          <a:xfrm>
            <a:off x="1003202" y="5233260"/>
            <a:ext cx="6263956" cy="216000"/>
          </a:xfrm>
        </p:spPr>
        <p:txBody>
          <a:bodyPr/>
          <a:lstStyle>
            <a:lvl1pPr>
              <a:defRPr sz="1600" b="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GB"/>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1003201" y="1339850"/>
            <a:ext cx="876300" cy="690562"/>
          </a:xfrm>
        </p:spPr>
        <p:txBody>
          <a:bodyPr/>
          <a:lstStyle>
            <a:lvl1pPr>
              <a:lnSpc>
                <a:spcPct val="70000"/>
              </a:lnSpc>
              <a:defRPr sz="5400">
                <a:solidFill>
                  <a:schemeClr val="bg1"/>
                </a:solidFill>
                <a:latin typeface="+mj-lt"/>
              </a:defRPr>
            </a:lvl1pPr>
          </a:lstStyle>
          <a:p>
            <a:pPr lvl="0"/>
            <a:r>
              <a:rPr lang="en-US"/>
              <a:t>01</a:t>
            </a:r>
            <a:endParaRPr lang="en-GB"/>
          </a:p>
        </p:txBody>
      </p:sp>
      <p:sp>
        <p:nvSpPr>
          <p:cNvPr id="7" name="Graphic 8">
            <a:extLst>
              <a:ext uri="{FF2B5EF4-FFF2-40B4-BE49-F238E27FC236}">
                <a16:creationId xmlns:a16="http://schemas.microsoft.com/office/drawing/2014/main" id="{90B7A897-5A26-41CB-AEE5-250C628151A3}"/>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9" name="Shape 8">
            <a:extLst>
              <a:ext uri="{FF2B5EF4-FFF2-40B4-BE49-F238E27FC236}">
                <a16:creationId xmlns:a16="http://schemas.microsoft.com/office/drawing/2014/main" id="{EB8B3C09-FAB2-429B-938C-E78504065962}"/>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0" name="TextBox 9">
            <a:extLst>
              <a:ext uri="{FF2B5EF4-FFF2-40B4-BE49-F238E27FC236}">
                <a16:creationId xmlns:a16="http://schemas.microsoft.com/office/drawing/2014/main" id="{EA9BF5FA-A218-4481-9952-70E809F83381}"/>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D8B9F63F-C8B5-4C95-9816-589FF2702499}"/>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B2DFACD-5D58-4452-BA64-89494A417A1B}"/>
              </a:ext>
              <a:ext uri="{C183D7F6-B498-43B3-948B-1728B52AA6E4}">
                <adec:decorative xmlns:adec="http://schemas.microsoft.com/office/drawing/2017/decorative" val="1"/>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2023 KPMG LLP, a Delaware limited liability partnership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39071279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5_DIVIDER 1">
    <p:bg>
      <p:bgPr>
        <a:gradFill>
          <a:gsLst>
            <a:gs pos="0">
              <a:schemeClr val="accent4"/>
            </a:gs>
            <a:gs pos="100000">
              <a:srgbClr val="ACEAFF"/>
            </a:gs>
          </a:gsLst>
          <a:lin ang="0" scaled="0"/>
        </a:gra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E2F8830-4F74-4E7B-8634-A831C07B4D86}"/>
              </a:ext>
            </a:extLst>
          </p:cNvPr>
          <p:cNvSpPr/>
          <p:nvPr userDrawn="1"/>
        </p:nvSpPr>
        <p:spPr>
          <a:xfrm>
            <a:off x="1004888" y="762000"/>
            <a:ext cx="7367587" cy="5117796"/>
          </a:xfrm>
          <a:prstGeom prst="rect">
            <a:avLst/>
          </a:prstGeom>
          <a:gradFill>
            <a:gsLst>
              <a:gs pos="0">
                <a:schemeClr val="accent5"/>
              </a:gs>
              <a:gs pos="10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endParaRPr lang="en-GB" sz="1500">
              <a:solidFill>
                <a:schemeClr val="bg1"/>
              </a:solidFill>
            </a:endParaRPr>
          </a:p>
        </p:txBody>
      </p:sp>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538925" y="2325831"/>
            <a:ext cx="6263956" cy="2300407"/>
          </a:xfrm>
        </p:spPr>
        <p:txBody>
          <a:bodyPr anchor="t" anchorCtr="0"/>
          <a:lstStyle>
            <a:lvl1pPr algn="l">
              <a:defRPr sz="8800" baseline="0">
                <a:solidFill>
                  <a:schemeClr val="bg1"/>
                </a:solidFill>
              </a:defRPr>
            </a:lvl1pPr>
          </a:lstStyle>
          <a:p>
            <a:r>
              <a:rPr lang="en-GB"/>
              <a:t>Divider copy </a:t>
            </a:r>
            <a:br>
              <a:rPr lang="en-GB"/>
            </a:br>
            <a:r>
              <a:rPr lang="en-GB"/>
              <a:t>goes here</a:t>
            </a:r>
            <a:endParaRPr lang="en-US"/>
          </a:p>
        </p:txBody>
      </p:sp>
      <p:sp>
        <p:nvSpPr>
          <p:cNvPr id="11" name="Text Placeholder 3">
            <a:extLst>
              <a:ext uri="{FF2B5EF4-FFF2-40B4-BE49-F238E27FC236}">
                <a16:creationId xmlns:a16="http://schemas.microsoft.com/office/drawing/2014/main" id="{33CE8DB4-A186-4059-9C81-D90597F800AA}"/>
              </a:ext>
            </a:extLst>
          </p:cNvPr>
          <p:cNvSpPr>
            <a:spLocks noGrp="1"/>
          </p:cNvSpPr>
          <p:nvPr>
            <p:ph type="body" sz="quarter" idx="11"/>
          </p:nvPr>
        </p:nvSpPr>
        <p:spPr>
          <a:xfrm>
            <a:off x="1538925" y="5233260"/>
            <a:ext cx="6263956" cy="216000"/>
          </a:xfrm>
        </p:spPr>
        <p:txBody>
          <a:bodyPr/>
          <a:lstStyle>
            <a:lvl1pPr>
              <a:defRPr sz="1600" b="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GB"/>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1538924" y="1339850"/>
            <a:ext cx="876300" cy="690562"/>
          </a:xfrm>
        </p:spPr>
        <p:txBody>
          <a:bodyPr/>
          <a:lstStyle>
            <a:lvl1pPr>
              <a:lnSpc>
                <a:spcPct val="70000"/>
              </a:lnSpc>
              <a:defRPr sz="5400">
                <a:solidFill>
                  <a:schemeClr val="bg1"/>
                </a:solidFill>
                <a:latin typeface="+mj-lt"/>
              </a:defRPr>
            </a:lvl1pPr>
          </a:lstStyle>
          <a:p>
            <a:pPr lvl="0"/>
            <a:r>
              <a:rPr lang="en-US"/>
              <a:t>01</a:t>
            </a:r>
            <a:endParaRPr lang="en-GB"/>
          </a:p>
        </p:txBody>
      </p:sp>
      <p:sp>
        <p:nvSpPr>
          <p:cNvPr id="9" name="Shape 8">
            <a:extLst>
              <a:ext uri="{FF2B5EF4-FFF2-40B4-BE49-F238E27FC236}">
                <a16:creationId xmlns:a16="http://schemas.microsoft.com/office/drawing/2014/main" id="{095959D6-539D-4DBA-A407-486EBC7BD27A}"/>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tx2"/>
                </a:solidFill>
                <a:latin typeface="+mn-lt"/>
                <a:ea typeface="Arial"/>
                <a:cs typeface="Arial" panose="020B0604020202020204" pitchFamily="34" charset="0"/>
              </a:rPr>
              <a:pPr algn="r"/>
              <a:t>‹#›</a:t>
            </a:fld>
            <a:endParaRPr lang="en-GB" sz="1000">
              <a:solidFill>
                <a:schemeClr val="tx2"/>
              </a:solidFill>
              <a:latin typeface="+mn-lt"/>
              <a:ea typeface="Arial"/>
              <a:cs typeface="Arial" panose="020B0604020202020204" pitchFamily="34" charset="0"/>
            </a:endParaRPr>
          </a:p>
        </p:txBody>
      </p:sp>
      <p:sp>
        <p:nvSpPr>
          <p:cNvPr id="10" name="TextBox 9">
            <a:extLst>
              <a:ext uri="{FF2B5EF4-FFF2-40B4-BE49-F238E27FC236}">
                <a16:creationId xmlns:a16="http://schemas.microsoft.com/office/drawing/2014/main" id="{99DFC671-4434-4988-9BE6-E6E05C1E905C}"/>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tx2"/>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9A2598B6-5992-4ED7-A56F-E61779FCAAAD}"/>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CAAB85AA-9E5A-4C61-B424-F7AF53548327}"/>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5" name="TextBox 14">
            <a:extLst>
              <a:ext uri="{FF2B5EF4-FFF2-40B4-BE49-F238E27FC236}">
                <a16:creationId xmlns:a16="http://schemas.microsoft.com/office/drawing/2014/main" id="{2C9E525D-0AD1-4548-A63B-BE2222973053}"/>
              </a:ext>
              <a:ext uri="{C183D7F6-B498-43B3-948B-1728B52AA6E4}">
                <adec:decorative xmlns:adec="http://schemas.microsoft.com/office/drawing/2017/decorative" val="1"/>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2023 KPMG LLP, a Delaware limited liability partnership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265506797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4_DIVIDER 1">
    <p:bg>
      <p:bgPr>
        <a:solidFill>
          <a:srgbClr val="00338D"/>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7483AC7-339F-48D4-9AB4-3046D5749CB9}"/>
              </a:ext>
            </a:extLst>
          </p:cNvPr>
          <p:cNvSpPr/>
          <p:nvPr userDrawn="1"/>
        </p:nvSpPr>
        <p:spPr>
          <a:xfrm>
            <a:off x="1004888" y="762000"/>
            <a:ext cx="7367587" cy="5117796"/>
          </a:xfrm>
          <a:prstGeom prst="rect">
            <a:avLst/>
          </a:prstGeom>
          <a:gradFill>
            <a:gsLst>
              <a:gs pos="0">
                <a:schemeClr val="accent5"/>
              </a:gs>
              <a:gs pos="10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endParaRPr lang="en-GB" sz="1500">
              <a:solidFill>
                <a:schemeClr val="bg1"/>
              </a:solidFill>
            </a:endParaRPr>
          </a:p>
        </p:txBody>
      </p:sp>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538925" y="2325831"/>
            <a:ext cx="6263956" cy="2300407"/>
          </a:xfrm>
        </p:spPr>
        <p:txBody>
          <a:bodyPr anchor="t" anchorCtr="0"/>
          <a:lstStyle>
            <a:lvl1pPr algn="l">
              <a:defRPr sz="8800" baseline="0">
                <a:solidFill>
                  <a:schemeClr val="bg1"/>
                </a:solidFill>
              </a:defRPr>
            </a:lvl1pPr>
          </a:lstStyle>
          <a:p>
            <a:r>
              <a:rPr lang="en-GB"/>
              <a:t>Divider copy </a:t>
            </a:r>
            <a:br>
              <a:rPr lang="en-GB"/>
            </a:br>
            <a:r>
              <a:rPr lang="en-GB"/>
              <a:t>goes here</a:t>
            </a:r>
            <a:endParaRPr lang="en-US"/>
          </a:p>
        </p:txBody>
      </p:sp>
      <p:sp>
        <p:nvSpPr>
          <p:cNvPr id="11" name="Text Placeholder 3">
            <a:extLst>
              <a:ext uri="{FF2B5EF4-FFF2-40B4-BE49-F238E27FC236}">
                <a16:creationId xmlns:a16="http://schemas.microsoft.com/office/drawing/2014/main" id="{33CE8DB4-A186-4059-9C81-D90597F800AA}"/>
              </a:ext>
            </a:extLst>
          </p:cNvPr>
          <p:cNvSpPr>
            <a:spLocks noGrp="1"/>
          </p:cNvSpPr>
          <p:nvPr>
            <p:ph type="body" sz="quarter" idx="11"/>
          </p:nvPr>
        </p:nvSpPr>
        <p:spPr>
          <a:xfrm>
            <a:off x="1538925" y="5233260"/>
            <a:ext cx="6263956" cy="216000"/>
          </a:xfrm>
        </p:spPr>
        <p:txBody>
          <a:bodyPr/>
          <a:lstStyle>
            <a:lvl1pPr>
              <a:defRPr sz="1600" b="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GB"/>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1538924" y="1339850"/>
            <a:ext cx="876300" cy="690562"/>
          </a:xfrm>
        </p:spPr>
        <p:txBody>
          <a:bodyPr/>
          <a:lstStyle>
            <a:lvl1pPr>
              <a:lnSpc>
                <a:spcPct val="70000"/>
              </a:lnSpc>
              <a:defRPr sz="5400">
                <a:solidFill>
                  <a:schemeClr val="bg1"/>
                </a:solidFill>
                <a:latin typeface="+mj-lt"/>
              </a:defRPr>
            </a:lvl1pPr>
          </a:lstStyle>
          <a:p>
            <a:pPr lvl="0"/>
            <a:r>
              <a:rPr lang="en-US"/>
              <a:t>01</a:t>
            </a:r>
            <a:endParaRPr lang="en-GB"/>
          </a:p>
        </p:txBody>
      </p:sp>
      <p:sp>
        <p:nvSpPr>
          <p:cNvPr id="9" name="Graphic 8">
            <a:extLst>
              <a:ext uri="{FF2B5EF4-FFF2-40B4-BE49-F238E27FC236}">
                <a16:creationId xmlns:a16="http://schemas.microsoft.com/office/drawing/2014/main" id="{D28B896E-27F6-49D5-8E14-861D71D86A49}"/>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7" name="Shape 8">
            <a:extLst>
              <a:ext uri="{FF2B5EF4-FFF2-40B4-BE49-F238E27FC236}">
                <a16:creationId xmlns:a16="http://schemas.microsoft.com/office/drawing/2014/main" id="{FA7C57B7-3139-4227-860D-62744E80075C}"/>
              </a:ext>
            </a:extLst>
          </p:cNvPr>
          <p:cNvSpPr txBox="1">
            <a:spLocks/>
          </p:cNvSpPr>
          <p:nvPr userDrawn="1"/>
        </p:nvSpPr>
        <p:spPr>
          <a:xfrm>
            <a:off x="11099007" y="64193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20" name="TextBox 19">
            <a:extLst>
              <a:ext uri="{FF2B5EF4-FFF2-40B4-BE49-F238E27FC236}">
                <a16:creationId xmlns:a16="http://schemas.microsoft.com/office/drawing/2014/main" id="{A266A7FB-075A-4AE6-86C7-092AFE2A545E}"/>
              </a:ext>
              <a:ext uri="{C183D7F6-B498-43B3-948B-1728B52AA6E4}">
                <adec:decorative xmlns:adec="http://schemas.microsoft.com/office/drawing/2017/decorative" val="1"/>
              </a:ext>
            </a:extLst>
          </p:cNvPr>
          <p:cNvSpPr txBox="1"/>
          <p:nvPr userDrawn="1">
            <p:custDataLst>
              <p:tags r:id="rId1"/>
            </p:custDataLst>
          </p:nvPr>
        </p:nvSpPr>
        <p:spPr>
          <a:xfrm>
            <a:off x="9120194" y="64479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21" name="TextBox 20">
            <a:extLst>
              <a:ext uri="{FF2B5EF4-FFF2-40B4-BE49-F238E27FC236}">
                <a16:creationId xmlns:a16="http://schemas.microsoft.com/office/drawing/2014/main" id="{9476F0CC-8F6E-44D5-8FBB-3E2FA1E0313B}"/>
              </a:ext>
              <a:ext uri="{C183D7F6-B498-43B3-948B-1728B52AA6E4}">
                <adec:decorative xmlns:adec="http://schemas.microsoft.com/office/drawing/2017/decorative" val="1"/>
              </a:ext>
            </a:extLst>
          </p:cNvPr>
          <p:cNvSpPr txBox="1"/>
          <p:nvPr userDrawn="1"/>
        </p:nvSpPr>
        <p:spPr>
          <a:xfrm>
            <a:off x="2038085" y="64193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2023 KPMG LLP, a UK limited liability partnership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39584766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6_DIVIDER 1">
    <p:bg>
      <p:bgPr>
        <a:solidFill>
          <a:srgbClr val="00338D"/>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58641B0-A64D-42AC-AB80-2B2DE3763A4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1242" t="3137" r="3345" b="2940"/>
          <a:stretch/>
        </p:blipFill>
        <p:spPr>
          <a:xfrm>
            <a:off x="0" y="0"/>
            <a:ext cx="12192000" cy="6858000"/>
          </a:xfrm>
          <a:prstGeom prst="rect">
            <a:avLst/>
          </a:prstGeom>
        </p:spPr>
      </p:pic>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2325831"/>
            <a:ext cx="6263956" cy="2300407"/>
          </a:xfrm>
        </p:spPr>
        <p:txBody>
          <a:bodyPr anchor="t" anchorCtr="0"/>
          <a:lstStyle>
            <a:lvl1pPr algn="l">
              <a:defRPr sz="8800" baseline="0">
                <a:solidFill>
                  <a:schemeClr val="bg1"/>
                </a:solidFill>
              </a:defRPr>
            </a:lvl1pPr>
          </a:lstStyle>
          <a:p>
            <a:r>
              <a:rPr lang="en-GB"/>
              <a:t>Divider copy </a:t>
            </a:r>
            <a:br>
              <a:rPr lang="en-GB"/>
            </a:br>
            <a:r>
              <a:rPr lang="en-GB"/>
              <a:t>goes here</a:t>
            </a:r>
            <a:endParaRPr lang="en-US"/>
          </a:p>
        </p:txBody>
      </p:sp>
      <p:sp>
        <p:nvSpPr>
          <p:cNvPr id="11" name="Text Placeholder 3">
            <a:extLst>
              <a:ext uri="{FF2B5EF4-FFF2-40B4-BE49-F238E27FC236}">
                <a16:creationId xmlns:a16="http://schemas.microsoft.com/office/drawing/2014/main" id="{33CE8DB4-A186-4059-9C81-D90597F800AA}"/>
              </a:ext>
            </a:extLst>
          </p:cNvPr>
          <p:cNvSpPr>
            <a:spLocks noGrp="1"/>
          </p:cNvSpPr>
          <p:nvPr>
            <p:ph type="body" sz="quarter" idx="11"/>
          </p:nvPr>
        </p:nvSpPr>
        <p:spPr>
          <a:xfrm>
            <a:off x="1003202" y="5233260"/>
            <a:ext cx="6263956" cy="216000"/>
          </a:xfrm>
        </p:spPr>
        <p:txBody>
          <a:bodyPr/>
          <a:lstStyle>
            <a:lvl1pPr>
              <a:defRPr sz="1600" b="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GB"/>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1003201" y="1339850"/>
            <a:ext cx="876300" cy="690562"/>
          </a:xfrm>
        </p:spPr>
        <p:txBody>
          <a:bodyPr/>
          <a:lstStyle>
            <a:lvl1pPr>
              <a:lnSpc>
                <a:spcPct val="70000"/>
              </a:lnSpc>
              <a:defRPr sz="5400">
                <a:solidFill>
                  <a:schemeClr val="bg1"/>
                </a:solidFill>
                <a:latin typeface="+mj-lt"/>
              </a:defRPr>
            </a:lvl1pPr>
          </a:lstStyle>
          <a:p>
            <a:pPr lvl="0"/>
            <a:r>
              <a:rPr lang="en-US"/>
              <a:t>01</a:t>
            </a:r>
            <a:endParaRPr lang="en-GB"/>
          </a:p>
        </p:txBody>
      </p:sp>
      <p:sp>
        <p:nvSpPr>
          <p:cNvPr id="21" name="Shape 8">
            <a:extLst>
              <a:ext uri="{FF2B5EF4-FFF2-40B4-BE49-F238E27FC236}">
                <a16:creationId xmlns:a16="http://schemas.microsoft.com/office/drawing/2014/main" id="{D0689438-EDC3-428F-AB14-4791E1F80A1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23" name="TextBox 22">
            <a:extLst>
              <a:ext uri="{FF2B5EF4-FFF2-40B4-BE49-F238E27FC236}">
                <a16:creationId xmlns:a16="http://schemas.microsoft.com/office/drawing/2014/main" id="{F88E299F-36DD-488D-AE8F-7D4E68D09966}"/>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26" name="Straight Connector 25">
            <a:extLst>
              <a:ext uri="{FF2B5EF4-FFF2-40B4-BE49-F238E27FC236}">
                <a16:creationId xmlns:a16="http://schemas.microsoft.com/office/drawing/2014/main" id="{A3CCFEB3-A0E6-490B-9CC7-1941D6F614A9}"/>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Graphic 8">
            <a:extLst>
              <a:ext uri="{FF2B5EF4-FFF2-40B4-BE49-F238E27FC236}">
                <a16:creationId xmlns:a16="http://schemas.microsoft.com/office/drawing/2014/main" id="{204D0D1F-8410-4751-9F17-82062CC4247F}"/>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B7A61617-D3FE-49B7-8F0F-02B4D2060AA3}"/>
              </a:ext>
              <a:ext uri="{C183D7F6-B498-43B3-948B-1728B52AA6E4}">
                <adec:decorative xmlns:adec="http://schemas.microsoft.com/office/drawing/2017/decorative" val="1"/>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2023 KPMG LLP, a Delaware limited liability partnership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26219701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13_DIVIDER 1">
    <p:bg>
      <p:bgPr>
        <a:solidFill>
          <a:srgbClr val="00338D"/>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005CA7AD-3724-4610-AD0B-806098ADE502}"/>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b="15646"/>
          <a:stretch/>
        </p:blipFill>
        <p:spPr>
          <a:xfrm>
            <a:off x="0" y="0"/>
            <a:ext cx="12192000" cy="6856293"/>
          </a:xfrm>
          <a:prstGeom prst="rect">
            <a:avLst/>
          </a:prstGeom>
        </p:spPr>
      </p:pic>
      <p:sp>
        <p:nvSpPr>
          <p:cNvPr id="24" name="Rectangle 23">
            <a:extLst>
              <a:ext uri="{FF2B5EF4-FFF2-40B4-BE49-F238E27FC236}">
                <a16:creationId xmlns:a16="http://schemas.microsoft.com/office/drawing/2014/main" id="{DCCB7276-C5E7-41DA-B9EC-B2DC13E028BA}"/>
              </a:ext>
            </a:extLst>
          </p:cNvPr>
          <p:cNvSpPr/>
          <p:nvPr userDrawn="1"/>
        </p:nvSpPr>
        <p:spPr>
          <a:xfrm>
            <a:off x="1004888" y="762000"/>
            <a:ext cx="7367587" cy="5117796"/>
          </a:xfrm>
          <a:prstGeom prst="rect">
            <a:avLst/>
          </a:prstGeom>
          <a:gradFill>
            <a:gsLst>
              <a:gs pos="0">
                <a:schemeClr val="accent5"/>
              </a:gs>
              <a:gs pos="10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endParaRPr lang="en-GB" sz="1500">
              <a:solidFill>
                <a:schemeClr val="bg1"/>
              </a:solidFill>
            </a:endParaRPr>
          </a:p>
        </p:txBody>
      </p:sp>
      <p:sp>
        <p:nvSpPr>
          <p:cNvPr id="14" name="Title 1">
            <a:extLst>
              <a:ext uri="{FF2B5EF4-FFF2-40B4-BE49-F238E27FC236}">
                <a16:creationId xmlns:a16="http://schemas.microsoft.com/office/drawing/2014/main" id="{A7D9B65F-9B5C-4627-8CD8-6D02E4A4465F}"/>
              </a:ext>
            </a:extLst>
          </p:cNvPr>
          <p:cNvSpPr>
            <a:spLocks noGrp="1"/>
          </p:cNvSpPr>
          <p:nvPr>
            <p:ph type="ctrTitle" hasCustomPrompt="1"/>
          </p:nvPr>
        </p:nvSpPr>
        <p:spPr>
          <a:xfrm>
            <a:off x="1538925" y="2325831"/>
            <a:ext cx="6263956" cy="2300407"/>
          </a:xfrm>
        </p:spPr>
        <p:txBody>
          <a:bodyPr anchor="t" anchorCtr="0"/>
          <a:lstStyle>
            <a:lvl1pPr algn="l">
              <a:defRPr sz="8800" baseline="0">
                <a:solidFill>
                  <a:schemeClr val="bg1"/>
                </a:solidFill>
              </a:defRPr>
            </a:lvl1pPr>
          </a:lstStyle>
          <a:p>
            <a:r>
              <a:rPr lang="en-GB"/>
              <a:t>Divider copy </a:t>
            </a:r>
            <a:br>
              <a:rPr lang="en-GB"/>
            </a:br>
            <a:r>
              <a:rPr lang="en-GB"/>
              <a:t>goes here</a:t>
            </a:r>
            <a:endParaRPr lang="en-US"/>
          </a:p>
        </p:txBody>
      </p:sp>
      <p:sp>
        <p:nvSpPr>
          <p:cNvPr id="15" name="Text Placeholder 3">
            <a:extLst>
              <a:ext uri="{FF2B5EF4-FFF2-40B4-BE49-F238E27FC236}">
                <a16:creationId xmlns:a16="http://schemas.microsoft.com/office/drawing/2014/main" id="{FA6D3BE5-0736-4CEA-91CA-7EB25ADA1861}"/>
              </a:ext>
            </a:extLst>
          </p:cNvPr>
          <p:cNvSpPr>
            <a:spLocks noGrp="1"/>
          </p:cNvSpPr>
          <p:nvPr>
            <p:ph type="body" sz="quarter" idx="11"/>
          </p:nvPr>
        </p:nvSpPr>
        <p:spPr>
          <a:xfrm>
            <a:off x="1538925" y="5233260"/>
            <a:ext cx="6263956" cy="216000"/>
          </a:xfrm>
        </p:spPr>
        <p:txBody>
          <a:bodyPr/>
          <a:lstStyle>
            <a:lvl1pPr>
              <a:defRPr sz="1600" b="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GB"/>
          </a:p>
        </p:txBody>
      </p:sp>
      <p:sp>
        <p:nvSpPr>
          <p:cNvPr id="16" name="Text Placeholder 4">
            <a:extLst>
              <a:ext uri="{FF2B5EF4-FFF2-40B4-BE49-F238E27FC236}">
                <a16:creationId xmlns:a16="http://schemas.microsoft.com/office/drawing/2014/main" id="{EA4ECE6C-BFA7-4671-BBF5-1CCAB0CC5B6A}"/>
              </a:ext>
            </a:extLst>
          </p:cNvPr>
          <p:cNvSpPr>
            <a:spLocks noGrp="1"/>
          </p:cNvSpPr>
          <p:nvPr>
            <p:ph type="body" sz="quarter" idx="12" hasCustomPrompt="1"/>
          </p:nvPr>
        </p:nvSpPr>
        <p:spPr>
          <a:xfrm>
            <a:off x="1538924" y="1339850"/>
            <a:ext cx="876300" cy="690562"/>
          </a:xfrm>
        </p:spPr>
        <p:txBody>
          <a:bodyPr/>
          <a:lstStyle>
            <a:lvl1pPr>
              <a:lnSpc>
                <a:spcPct val="70000"/>
              </a:lnSpc>
              <a:defRPr sz="5400">
                <a:solidFill>
                  <a:schemeClr val="bg1"/>
                </a:solidFill>
                <a:latin typeface="+mj-lt"/>
              </a:defRPr>
            </a:lvl1pPr>
          </a:lstStyle>
          <a:p>
            <a:pPr lvl="0"/>
            <a:r>
              <a:rPr lang="en-US"/>
              <a:t>01</a:t>
            </a:r>
            <a:endParaRPr lang="en-GB"/>
          </a:p>
        </p:txBody>
      </p:sp>
      <p:sp>
        <p:nvSpPr>
          <p:cNvPr id="17" name="Shape 8">
            <a:extLst>
              <a:ext uri="{FF2B5EF4-FFF2-40B4-BE49-F238E27FC236}">
                <a16:creationId xmlns:a16="http://schemas.microsoft.com/office/drawing/2014/main" id="{B9ABE5F9-3CED-4915-AA9A-621AE8E3A5B6}"/>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9" name="TextBox 18">
            <a:extLst>
              <a:ext uri="{FF2B5EF4-FFF2-40B4-BE49-F238E27FC236}">
                <a16:creationId xmlns:a16="http://schemas.microsoft.com/office/drawing/2014/main" id="{7B2D9899-50D0-4473-891E-723654DCB799}"/>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22" name="Straight Connector 21">
            <a:extLst>
              <a:ext uri="{FF2B5EF4-FFF2-40B4-BE49-F238E27FC236}">
                <a16:creationId xmlns:a16="http://schemas.microsoft.com/office/drawing/2014/main" id="{41A33ACA-677B-43FD-9B5F-7CF7C75120B9}"/>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Graphic 8">
            <a:extLst>
              <a:ext uri="{FF2B5EF4-FFF2-40B4-BE49-F238E27FC236}">
                <a16:creationId xmlns:a16="http://schemas.microsoft.com/office/drawing/2014/main" id="{59EC7046-C285-4ABB-93F1-38CE2192A966}"/>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554C57DB-4119-4DFB-9641-5181169E7910}"/>
              </a:ext>
              <a:ext uri="{C183D7F6-B498-43B3-948B-1728B52AA6E4}">
                <adec:decorative xmlns:adec="http://schemas.microsoft.com/office/drawing/2017/decorative" val="1"/>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2023 KPMG LLP, a Delaware limited liability partnership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354128709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16_DIVIDER 1">
    <p:bg>
      <p:bgPr>
        <a:solidFill>
          <a:srgbClr val="00338D"/>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568FCEB1-3EF3-4E82-987D-4D27092A2090}"/>
              </a:ext>
            </a:extLst>
          </p:cNvPr>
          <p:cNvPicPr>
            <a:picLocks noChangeAspect="1"/>
          </p:cNvPicPr>
          <p:nvPr userDrawn="1"/>
        </p:nvPicPr>
        <p:blipFill rotWithShape="1">
          <a:blip r:embed="rId4"/>
          <a:srcRect t="21907" r="25653" b="15362"/>
          <a:stretch/>
        </p:blipFill>
        <p:spPr>
          <a:xfrm>
            <a:off x="0" y="0"/>
            <a:ext cx="12192000" cy="6858000"/>
          </a:xfrm>
          <a:prstGeom prst="rect">
            <a:avLst/>
          </a:prstGeom>
        </p:spPr>
      </p:pic>
      <p:sp>
        <p:nvSpPr>
          <p:cNvPr id="25" name="Rectangle 24">
            <a:extLst>
              <a:ext uri="{FF2B5EF4-FFF2-40B4-BE49-F238E27FC236}">
                <a16:creationId xmlns:a16="http://schemas.microsoft.com/office/drawing/2014/main" id="{39771AAE-1FFA-41EF-BCB5-199A62E0D87C}"/>
              </a:ext>
            </a:extLst>
          </p:cNvPr>
          <p:cNvSpPr/>
          <p:nvPr userDrawn="1"/>
        </p:nvSpPr>
        <p:spPr>
          <a:xfrm>
            <a:off x="1004888" y="762000"/>
            <a:ext cx="7367587" cy="5117796"/>
          </a:xfrm>
          <a:prstGeom prst="rect">
            <a:avLst/>
          </a:prstGeom>
          <a:gradFill>
            <a:gsLst>
              <a:gs pos="0">
                <a:schemeClr val="accent5"/>
              </a:gs>
              <a:gs pos="10000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endParaRPr lang="en-GB" sz="1500">
              <a:solidFill>
                <a:schemeClr val="bg1"/>
              </a:solidFill>
            </a:endParaRPr>
          </a:p>
        </p:txBody>
      </p:sp>
      <p:sp>
        <p:nvSpPr>
          <p:cNvPr id="14" name="Title 1">
            <a:extLst>
              <a:ext uri="{FF2B5EF4-FFF2-40B4-BE49-F238E27FC236}">
                <a16:creationId xmlns:a16="http://schemas.microsoft.com/office/drawing/2014/main" id="{A7D9B65F-9B5C-4627-8CD8-6D02E4A4465F}"/>
              </a:ext>
            </a:extLst>
          </p:cNvPr>
          <p:cNvSpPr>
            <a:spLocks noGrp="1"/>
          </p:cNvSpPr>
          <p:nvPr>
            <p:ph type="ctrTitle" hasCustomPrompt="1"/>
          </p:nvPr>
        </p:nvSpPr>
        <p:spPr>
          <a:xfrm>
            <a:off x="1538925" y="2325831"/>
            <a:ext cx="6263956" cy="2300407"/>
          </a:xfrm>
        </p:spPr>
        <p:txBody>
          <a:bodyPr anchor="t" anchorCtr="0"/>
          <a:lstStyle>
            <a:lvl1pPr algn="l">
              <a:defRPr sz="8800" baseline="0">
                <a:solidFill>
                  <a:schemeClr val="bg1"/>
                </a:solidFill>
              </a:defRPr>
            </a:lvl1pPr>
          </a:lstStyle>
          <a:p>
            <a:r>
              <a:rPr lang="en-GB"/>
              <a:t>Divider copy </a:t>
            </a:r>
            <a:br>
              <a:rPr lang="en-GB"/>
            </a:br>
            <a:r>
              <a:rPr lang="en-GB"/>
              <a:t>goes here</a:t>
            </a:r>
            <a:endParaRPr lang="en-US"/>
          </a:p>
        </p:txBody>
      </p:sp>
      <p:sp>
        <p:nvSpPr>
          <p:cNvPr id="15" name="Text Placeholder 3">
            <a:extLst>
              <a:ext uri="{FF2B5EF4-FFF2-40B4-BE49-F238E27FC236}">
                <a16:creationId xmlns:a16="http://schemas.microsoft.com/office/drawing/2014/main" id="{FA6D3BE5-0736-4CEA-91CA-7EB25ADA1861}"/>
              </a:ext>
            </a:extLst>
          </p:cNvPr>
          <p:cNvSpPr>
            <a:spLocks noGrp="1"/>
          </p:cNvSpPr>
          <p:nvPr>
            <p:ph type="body" sz="quarter" idx="11"/>
          </p:nvPr>
        </p:nvSpPr>
        <p:spPr>
          <a:xfrm>
            <a:off x="1538925" y="5233260"/>
            <a:ext cx="6263956" cy="216000"/>
          </a:xfrm>
        </p:spPr>
        <p:txBody>
          <a:bodyPr/>
          <a:lstStyle>
            <a:lvl1pPr>
              <a:defRPr sz="1600" b="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GB"/>
          </a:p>
        </p:txBody>
      </p:sp>
      <p:sp>
        <p:nvSpPr>
          <p:cNvPr id="16" name="Text Placeholder 4">
            <a:extLst>
              <a:ext uri="{FF2B5EF4-FFF2-40B4-BE49-F238E27FC236}">
                <a16:creationId xmlns:a16="http://schemas.microsoft.com/office/drawing/2014/main" id="{EA4ECE6C-BFA7-4671-BBF5-1CCAB0CC5B6A}"/>
              </a:ext>
            </a:extLst>
          </p:cNvPr>
          <p:cNvSpPr>
            <a:spLocks noGrp="1"/>
          </p:cNvSpPr>
          <p:nvPr>
            <p:ph type="body" sz="quarter" idx="12" hasCustomPrompt="1"/>
          </p:nvPr>
        </p:nvSpPr>
        <p:spPr>
          <a:xfrm>
            <a:off x="1538924" y="1339850"/>
            <a:ext cx="876300" cy="690562"/>
          </a:xfrm>
        </p:spPr>
        <p:txBody>
          <a:bodyPr/>
          <a:lstStyle>
            <a:lvl1pPr>
              <a:lnSpc>
                <a:spcPct val="70000"/>
              </a:lnSpc>
              <a:defRPr sz="5400">
                <a:solidFill>
                  <a:schemeClr val="bg1"/>
                </a:solidFill>
                <a:latin typeface="+mj-lt"/>
              </a:defRPr>
            </a:lvl1pPr>
          </a:lstStyle>
          <a:p>
            <a:pPr lvl="0"/>
            <a:r>
              <a:rPr lang="en-US"/>
              <a:t>01</a:t>
            </a:r>
            <a:endParaRPr lang="en-GB"/>
          </a:p>
        </p:txBody>
      </p:sp>
      <p:sp>
        <p:nvSpPr>
          <p:cNvPr id="17" name="Shape 8">
            <a:extLst>
              <a:ext uri="{FF2B5EF4-FFF2-40B4-BE49-F238E27FC236}">
                <a16:creationId xmlns:a16="http://schemas.microsoft.com/office/drawing/2014/main" id="{B9ABE5F9-3CED-4915-AA9A-621AE8E3A5B6}"/>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9" name="TextBox 18">
            <a:extLst>
              <a:ext uri="{FF2B5EF4-FFF2-40B4-BE49-F238E27FC236}">
                <a16:creationId xmlns:a16="http://schemas.microsoft.com/office/drawing/2014/main" id="{7B2D9899-50D0-4473-891E-723654DCB799}"/>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cxnSp>
        <p:nvCxnSpPr>
          <p:cNvPr id="22" name="Straight Connector 21">
            <a:extLst>
              <a:ext uri="{FF2B5EF4-FFF2-40B4-BE49-F238E27FC236}">
                <a16:creationId xmlns:a16="http://schemas.microsoft.com/office/drawing/2014/main" id="{41A33ACA-677B-43FD-9B5F-7CF7C75120B9}"/>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Graphic 8">
            <a:extLst>
              <a:ext uri="{FF2B5EF4-FFF2-40B4-BE49-F238E27FC236}">
                <a16:creationId xmlns:a16="http://schemas.microsoft.com/office/drawing/2014/main" id="{484397CC-5564-47D0-8F73-FC7BAB32972D}"/>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993BE3D5-EE7B-4D92-AA75-756150B85E17}"/>
              </a:ext>
              <a:ext uri="{C183D7F6-B498-43B3-948B-1728B52AA6E4}">
                <adec:decorative xmlns:adec="http://schemas.microsoft.com/office/drawing/2017/decorative" val="1"/>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2023 KPMG LLP, a Delaware limited liability partnership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24036685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FINAL SLIDE">
    <p:bg>
      <p:bgPr>
        <a:solidFill>
          <a:srgbClr val="00338D"/>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4AF6AC-47B5-4889-A9DA-091E01DE5F6D}"/>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1158" t="38161" r="29443" b="3297"/>
          <a:stretch/>
        </p:blipFill>
        <p:spPr>
          <a:xfrm>
            <a:off x="0" y="0"/>
            <a:ext cx="12192000" cy="6856293"/>
          </a:xfrm>
          <a:prstGeom prst="rect">
            <a:avLst/>
          </a:prstGeom>
        </p:spPr>
      </p:pic>
      <p:sp>
        <p:nvSpPr>
          <p:cNvPr id="9" name="Rectangle 8">
            <a:extLst>
              <a:ext uri="{FF2B5EF4-FFF2-40B4-BE49-F238E27FC236}">
                <a16:creationId xmlns:a16="http://schemas.microsoft.com/office/drawing/2014/main" id="{1B7C9E0A-9329-4B74-81B5-5A7A41C9A7C7}"/>
              </a:ext>
            </a:extLst>
          </p:cNvPr>
          <p:cNvSpPr/>
          <p:nvPr userDrawn="1"/>
        </p:nvSpPr>
        <p:spPr>
          <a:xfrm>
            <a:off x="0" y="0"/>
            <a:ext cx="12192000" cy="6858000"/>
          </a:xfrm>
          <a:prstGeom prst="rect">
            <a:avLst/>
          </a:prstGeom>
          <a:gradFill>
            <a:gsLst>
              <a:gs pos="100000">
                <a:srgbClr val="7213EA">
                  <a:alpha val="61000"/>
                </a:srgbClr>
              </a:gs>
              <a:gs pos="0">
                <a:srgbClr val="B497FF">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8" name="Shape 8">
            <a:extLst>
              <a:ext uri="{FF2B5EF4-FFF2-40B4-BE49-F238E27FC236}">
                <a16:creationId xmlns:a16="http://schemas.microsoft.com/office/drawing/2014/main" id="{218117A8-EF1A-493C-A287-EDFA583FB96D}"/>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0" name="TextBox 9">
            <a:extLst>
              <a:ext uri="{FF2B5EF4-FFF2-40B4-BE49-F238E27FC236}">
                <a16:creationId xmlns:a16="http://schemas.microsoft.com/office/drawing/2014/main" id="{6152CB91-51E0-4F26-B119-3004E7A24422}"/>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11" name="Freeform 19">
            <a:extLst>
              <a:ext uri="{FF2B5EF4-FFF2-40B4-BE49-F238E27FC236}">
                <a16:creationId xmlns:a16="http://schemas.microsoft.com/office/drawing/2014/main" id="{5C4D1F29-5589-485D-8D08-51CED5DD7122}"/>
              </a:ext>
              <a:ext uri="{C183D7F6-B498-43B3-948B-1728B52AA6E4}">
                <adec:decorative xmlns:adec="http://schemas.microsoft.com/office/drawing/2017/decorative" val="1"/>
              </a:ext>
            </a:extLst>
          </p:cNvPr>
          <p:cNvSpPr>
            <a:spLocks noEditPoints="1"/>
          </p:cNvSpPr>
          <p:nvPr userDrawn="1"/>
        </p:nvSpPr>
        <p:spPr bwMode="auto">
          <a:xfrm>
            <a:off x="1003201" y="6266997"/>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3" name="Straight Connector 12">
            <a:extLst>
              <a:ext uri="{FF2B5EF4-FFF2-40B4-BE49-F238E27FC236}">
                <a16:creationId xmlns:a16="http://schemas.microsoft.com/office/drawing/2014/main" id="{E771C50C-1A37-4DB9-8F3A-7B00281526E0}"/>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60276C03-A764-4163-B1D2-6E4AE24B39E5}"/>
              </a:ext>
            </a:extLst>
          </p:cNvPr>
          <p:cNvPicPr>
            <a:picLocks noChangeAspect="1"/>
          </p:cNvPicPr>
          <p:nvPr userDrawn="1"/>
        </p:nvPicPr>
        <p:blipFill rotWithShape="1">
          <a:blip r:embed="rId5"/>
          <a:srcRect l="36229" t="38609" r="9603" b="28759"/>
          <a:stretch/>
        </p:blipFill>
        <p:spPr>
          <a:xfrm>
            <a:off x="2234913" y="1882367"/>
            <a:ext cx="7718489" cy="3099991"/>
          </a:xfrm>
          <a:custGeom>
            <a:avLst/>
            <a:gdLst>
              <a:gd name="connsiteX0" fmla="*/ 6058533 w 7718489"/>
              <a:gd name="connsiteY0" fmla="*/ 2420175 h 3099991"/>
              <a:gd name="connsiteX1" fmla="*/ 6451222 w 7718489"/>
              <a:gd name="connsiteY1" fmla="*/ 2775917 h 3099991"/>
              <a:gd name="connsiteX2" fmla="*/ 6718997 w 7718489"/>
              <a:gd name="connsiteY2" fmla="*/ 2748296 h 3099991"/>
              <a:gd name="connsiteX3" fmla="*/ 6800455 w 7718489"/>
              <a:gd name="connsiteY3" fmla="*/ 2420175 h 3099991"/>
              <a:gd name="connsiteX4" fmla="*/ 5035465 w 7718489"/>
              <a:gd name="connsiteY4" fmla="*/ 1789620 h 3099991"/>
              <a:gd name="connsiteX5" fmla="*/ 4672157 w 7718489"/>
              <a:gd name="connsiteY5" fmla="*/ 2360005 h 3099991"/>
              <a:gd name="connsiteX6" fmla="*/ 4912310 w 7718489"/>
              <a:gd name="connsiteY6" fmla="*/ 2360005 h 3099991"/>
              <a:gd name="connsiteX7" fmla="*/ 3858453 w 7718489"/>
              <a:gd name="connsiteY7" fmla="*/ 1764813 h 3099991"/>
              <a:gd name="connsiteX8" fmla="*/ 3690962 w 7718489"/>
              <a:gd name="connsiteY8" fmla="*/ 2360005 h 3099991"/>
              <a:gd name="connsiteX9" fmla="*/ 3864435 w 7718489"/>
              <a:gd name="connsiteY9" fmla="*/ 2360005 h 3099991"/>
              <a:gd name="connsiteX10" fmla="*/ 2514654 w 7718489"/>
              <a:gd name="connsiteY10" fmla="*/ 1671568 h 3099991"/>
              <a:gd name="connsiteX11" fmla="*/ 2445687 w 7718489"/>
              <a:gd name="connsiteY11" fmla="*/ 1672623 h 3099991"/>
              <a:gd name="connsiteX12" fmla="*/ 2392026 w 7718489"/>
              <a:gd name="connsiteY12" fmla="*/ 1874949 h 3099991"/>
              <a:gd name="connsiteX13" fmla="*/ 2369859 w 7718489"/>
              <a:gd name="connsiteY13" fmla="*/ 1961686 h 3099991"/>
              <a:gd name="connsiteX14" fmla="*/ 2322884 w 7718489"/>
              <a:gd name="connsiteY14" fmla="*/ 2135863 h 3099991"/>
              <a:gd name="connsiteX15" fmla="*/ 2424575 w 7718489"/>
              <a:gd name="connsiteY15" fmla="*/ 2135863 h 3099991"/>
              <a:gd name="connsiteX16" fmla="*/ 2483161 w 7718489"/>
              <a:gd name="connsiteY16" fmla="*/ 2135863 h 3099991"/>
              <a:gd name="connsiteX17" fmla="*/ 2531895 w 7718489"/>
              <a:gd name="connsiteY17" fmla="*/ 2133575 h 3099991"/>
              <a:gd name="connsiteX18" fmla="*/ 2532423 w 7718489"/>
              <a:gd name="connsiteY18" fmla="*/ 2133575 h 3099991"/>
              <a:gd name="connsiteX19" fmla="*/ 2837145 w 7718489"/>
              <a:gd name="connsiteY19" fmla="*/ 1896765 h 3099991"/>
              <a:gd name="connsiteX20" fmla="*/ 2844358 w 7718489"/>
              <a:gd name="connsiteY20" fmla="*/ 1722589 h 3099991"/>
              <a:gd name="connsiteX21" fmla="*/ 2593473 w 7718489"/>
              <a:gd name="connsiteY21" fmla="*/ 1671568 h 3099991"/>
              <a:gd name="connsiteX22" fmla="*/ 4208566 w 7718489"/>
              <a:gd name="connsiteY22" fmla="*/ 61049 h 3099991"/>
              <a:gd name="connsiteX23" fmla="*/ 4208566 w 7718489"/>
              <a:gd name="connsiteY23" fmla="*/ 2360885 h 3099991"/>
              <a:gd name="connsiteX24" fmla="*/ 4252198 w 7718489"/>
              <a:gd name="connsiteY24" fmla="*/ 2360885 h 3099991"/>
              <a:gd name="connsiteX25" fmla="*/ 4854779 w 7718489"/>
              <a:gd name="connsiteY25" fmla="*/ 1410830 h 3099991"/>
              <a:gd name="connsiteX26" fmla="*/ 5528086 w 7718489"/>
              <a:gd name="connsiteY26" fmla="*/ 1410830 h 3099991"/>
              <a:gd name="connsiteX27" fmla="*/ 5329102 w 7718489"/>
              <a:gd name="connsiteY27" fmla="*/ 2360005 h 3099991"/>
              <a:gd name="connsiteX28" fmla="*/ 5563097 w 7718489"/>
              <a:gd name="connsiteY28" fmla="*/ 2360005 h 3099991"/>
              <a:gd name="connsiteX29" fmla="*/ 5588256 w 7718489"/>
              <a:gd name="connsiteY29" fmla="*/ 2220488 h 3099991"/>
              <a:gd name="connsiteX30" fmla="*/ 5800435 w 7718489"/>
              <a:gd name="connsiteY30" fmla="*/ 1764813 h 3099991"/>
              <a:gd name="connsiteX31" fmla="*/ 5801491 w 7718489"/>
              <a:gd name="connsiteY31" fmla="*/ 1435285 h 3099991"/>
              <a:gd name="connsiteX32" fmla="*/ 5800787 w 7718489"/>
              <a:gd name="connsiteY32" fmla="*/ 61049 h 3099991"/>
              <a:gd name="connsiteX33" fmla="*/ 2354376 w 7718489"/>
              <a:gd name="connsiteY33" fmla="*/ 61049 h 3099991"/>
              <a:gd name="connsiteX34" fmla="*/ 2354376 w 7718489"/>
              <a:gd name="connsiteY34" fmla="*/ 1408015 h 3099991"/>
              <a:gd name="connsiteX35" fmla="*/ 2671061 w 7718489"/>
              <a:gd name="connsiteY35" fmla="*/ 1408015 h 3099991"/>
              <a:gd name="connsiteX36" fmla="*/ 3184442 w 7718489"/>
              <a:gd name="connsiteY36" fmla="*/ 1525364 h 3099991"/>
              <a:gd name="connsiteX37" fmla="*/ 3238279 w 7718489"/>
              <a:gd name="connsiteY37" fmla="*/ 1902571 h 3099991"/>
              <a:gd name="connsiteX38" fmla="*/ 2851219 w 7718489"/>
              <a:gd name="connsiteY38" fmla="*/ 2360005 h 3099991"/>
              <a:gd name="connsiteX39" fmla="*/ 3273466 w 7718489"/>
              <a:gd name="connsiteY39" fmla="*/ 2360005 h 3099991"/>
              <a:gd name="connsiteX40" fmla="*/ 3546695 w 7718489"/>
              <a:gd name="connsiteY40" fmla="*/ 1408543 h 3099991"/>
              <a:gd name="connsiteX41" fmla="*/ 3944662 w 7718489"/>
              <a:gd name="connsiteY41" fmla="*/ 1408543 h 3099991"/>
              <a:gd name="connsiteX42" fmla="*/ 3944662 w 7718489"/>
              <a:gd name="connsiteY42" fmla="*/ 61049 h 3099991"/>
              <a:gd name="connsiteX43" fmla="*/ 498603 w 7718489"/>
              <a:gd name="connsiteY43" fmla="*/ 61049 h 3099991"/>
              <a:gd name="connsiteX44" fmla="*/ 498603 w 7718489"/>
              <a:gd name="connsiteY44" fmla="*/ 1410830 h 3099991"/>
              <a:gd name="connsiteX45" fmla="*/ 881440 w 7718489"/>
              <a:gd name="connsiteY45" fmla="*/ 1410830 h 3099991"/>
              <a:gd name="connsiteX46" fmla="*/ 676826 w 7718489"/>
              <a:gd name="connsiteY46" fmla="*/ 2091351 h 3099991"/>
              <a:gd name="connsiteX47" fmla="*/ 1308612 w 7718489"/>
              <a:gd name="connsiteY47" fmla="*/ 1412062 h 3099991"/>
              <a:gd name="connsiteX48" fmla="*/ 1827624 w 7718489"/>
              <a:gd name="connsiteY48" fmla="*/ 1412062 h 3099991"/>
              <a:gd name="connsiteX49" fmla="*/ 1019725 w 7718489"/>
              <a:gd name="connsiteY49" fmla="*/ 2237729 h 3099991"/>
              <a:gd name="connsiteX50" fmla="*/ 1078312 w 7718489"/>
              <a:gd name="connsiteY50" fmla="*/ 2360885 h 3099991"/>
              <a:gd name="connsiteX51" fmla="*/ 1827624 w 7718489"/>
              <a:gd name="connsiteY51" fmla="*/ 2360885 h 3099991"/>
              <a:gd name="connsiteX52" fmla="*/ 1836596 w 7718489"/>
              <a:gd name="connsiteY52" fmla="*/ 2333966 h 3099991"/>
              <a:gd name="connsiteX53" fmla="*/ 2064434 w 7718489"/>
              <a:gd name="connsiteY53" fmla="*/ 1575506 h 3099991"/>
              <a:gd name="connsiteX54" fmla="*/ 2089416 w 7718489"/>
              <a:gd name="connsiteY54" fmla="*/ 1492992 h 3099991"/>
              <a:gd name="connsiteX55" fmla="*/ 2089416 w 7718489"/>
              <a:gd name="connsiteY55" fmla="*/ 61049 h 3099991"/>
              <a:gd name="connsiteX56" fmla="*/ 6065395 w 7718489"/>
              <a:gd name="connsiteY56" fmla="*/ 60698 h 3099991"/>
              <a:gd name="connsiteX57" fmla="*/ 6065395 w 7718489"/>
              <a:gd name="connsiteY57" fmla="*/ 1503372 h 3099991"/>
              <a:gd name="connsiteX58" fmla="*/ 6770898 w 7718489"/>
              <a:gd name="connsiteY58" fmla="*/ 1317056 h 3099991"/>
              <a:gd name="connsiteX59" fmla="*/ 7344274 w 7718489"/>
              <a:gd name="connsiteY59" fmla="*/ 1514632 h 3099991"/>
              <a:gd name="connsiteX60" fmla="*/ 7383859 w 7718489"/>
              <a:gd name="connsiteY60" fmla="*/ 1868792 h 3099991"/>
              <a:gd name="connsiteX61" fmla="*/ 6906017 w 7718489"/>
              <a:gd name="connsiteY61" fmla="*/ 1868792 h 3099991"/>
              <a:gd name="connsiteX62" fmla="*/ 6667272 w 7718489"/>
              <a:gd name="connsiteY62" fmla="*/ 1642186 h 3099991"/>
              <a:gd name="connsiteX63" fmla="*/ 6084044 w 7718489"/>
              <a:gd name="connsiteY63" fmla="*/ 2210811 h 3099991"/>
              <a:gd name="connsiteX64" fmla="*/ 6065395 w 7718489"/>
              <a:gd name="connsiteY64" fmla="*/ 2305465 h 3099991"/>
              <a:gd name="connsiteX65" fmla="*/ 6065395 w 7718489"/>
              <a:gd name="connsiteY65" fmla="*/ 2360005 h 3099991"/>
              <a:gd name="connsiteX66" fmla="*/ 6453685 w 7718489"/>
              <a:gd name="connsiteY66" fmla="*/ 2360005 h 3099991"/>
              <a:gd name="connsiteX67" fmla="*/ 6519837 w 7718489"/>
              <a:gd name="connsiteY67" fmla="*/ 2094693 h 3099991"/>
              <a:gd name="connsiteX68" fmla="*/ 7322633 w 7718489"/>
              <a:gd name="connsiteY68" fmla="*/ 2094693 h 3099991"/>
              <a:gd name="connsiteX69" fmla="*/ 7257009 w 7718489"/>
              <a:gd name="connsiteY69" fmla="*/ 2360005 h 3099991"/>
              <a:gd name="connsiteX70" fmla="*/ 7658671 w 7718489"/>
              <a:gd name="connsiteY70" fmla="*/ 2360005 h 3099991"/>
              <a:gd name="connsiteX71" fmla="*/ 7657967 w 7718489"/>
              <a:gd name="connsiteY71" fmla="*/ 60698 h 3099991"/>
              <a:gd name="connsiteX72" fmla="*/ 437201 w 7718489"/>
              <a:gd name="connsiteY72" fmla="*/ 0 h 3099991"/>
              <a:gd name="connsiteX73" fmla="*/ 2151170 w 7718489"/>
              <a:gd name="connsiteY73" fmla="*/ 0 h 3099991"/>
              <a:gd name="connsiteX74" fmla="*/ 2151170 w 7718489"/>
              <a:gd name="connsiteY74" fmla="*/ 1410830 h 3099991"/>
              <a:gd name="connsiteX75" fmla="*/ 2292974 w 7718489"/>
              <a:gd name="connsiteY75" fmla="*/ 1410830 h 3099991"/>
              <a:gd name="connsiteX76" fmla="*/ 2292974 w 7718489"/>
              <a:gd name="connsiteY76" fmla="*/ 0 h 3099991"/>
              <a:gd name="connsiteX77" fmla="*/ 4006767 w 7718489"/>
              <a:gd name="connsiteY77" fmla="*/ 0 h 3099991"/>
              <a:gd name="connsiteX78" fmla="*/ 4006767 w 7718489"/>
              <a:gd name="connsiteY78" fmla="*/ 1408543 h 3099991"/>
              <a:gd name="connsiteX79" fmla="*/ 4148748 w 7718489"/>
              <a:gd name="connsiteY79" fmla="*/ 1408543 h 3099991"/>
              <a:gd name="connsiteX80" fmla="*/ 4148748 w 7718489"/>
              <a:gd name="connsiteY80" fmla="*/ 0 h 3099991"/>
              <a:gd name="connsiteX81" fmla="*/ 5862013 w 7718489"/>
              <a:gd name="connsiteY81" fmla="*/ 0 h 3099991"/>
              <a:gd name="connsiteX82" fmla="*/ 5862013 w 7718489"/>
              <a:gd name="connsiteY82" fmla="*/ 1684411 h 3099991"/>
              <a:gd name="connsiteX83" fmla="*/ 6005048 w 7718489"/>
              <a:gd name="connsiteY83" fmla="*/ 1546829 h 3099991"/>
              <a:gd name="connsiteX84" fmla="*/ 6005048 w 7718489"/>
              <a:gd name="connsiteY84" fmla="*/ 0 h 3099991"/>
              <a:gd name="connsiteX85" fmla="*/ 7718489 w 7718489"/>
              <a:gd name="connsiteY85" fmla="*/ 0 h 3099991"/>
              <a:gd name="connsiteX86" fmla="*/ 7718489 w 7718489"/>
              <a:gd name="connsiteY86" fmla="*/ 2420175 h 3099991"/>
              <a:gd name="connsiteX87" fmla="*/ 7242406 w 7718489"/>
              <a:gd name="connsiteY87" fmla="*/ 2420175 h 3099991"/>
              <a:gd name="connsiteX88" fmla="*/ 7097963 w 7718489"/>
              <a:gd name="connsiteY88" fmla="*/ 3004810 h 3099991"/>
              <a:gd name="connsiteX89" fmla="*/ 6322965 w 7718489"/>
              <a:gd name="connsiteY89" fmla="*/ 3099991 h 3099991"/>
              <a:gd name="connsiteX90" fmla="*/ 5729357 w 7718489"/>
              <a:gd name="connsiteY90" fmla="*/ 2923000 h 3099991"/>
              <a:gd name="connsiteX91" fmla="*/ 5555532 w 7718489"/>
              <a:gd name="connsiteY91" fmla="*/ 2420175 h 3099991"/>
              <a:gd name="connsiteX92" fmla="*/ 5314324 w 7718489"/>
              <a:gd name="connsiteY92" fmla="*/ 2420175 h 3099991"/>
              <a:gd name="connsiteX93" fmla="*/ 5178853 w 7718489"/>
              <a:gd name="connsiteY93" fmla="*/ 3064101 h 3099991"/>
              <a:gd name="connsiteX94" fmla="*/ 4761709 w 7718489"/>
              <a:gd name="connsiteY94" fmla="*/ 3064101 h 3099991"/>
              <a:gd name="connsiteX95" fmla="*/ 4899466 w 7718489"/>
              <a:gd name="connsiteY95" fmla="*/ 2420175 h 3099991"/>
              <a:gd name="connsiteX96" fmla="*/ 4632396 w 7718489"/>
              <a:gd name="connsiteY96" fmla="*/ 2420175 h 3099991"/>
              <a:gd name="connsiteX97" fmla="*/ 4224576 w 7718489"/>
              <a:gd name="connsiteY97" fmla="*/ 3064101 h 3099991"/>
              <a:gd name="connsiteX98" fmla="*/ 3869009 w 7718489"/>
              <a:gd name="connsiteY98" fmla="*/ 3064101 h 3099991"/>
              <a:gd name="connsiteX99" fmla="*/ 3863907 w 7718489"/>
              <a:gd name="connsiteY99" fmla="*/ 2420175 h 3099991"/>
              <a:gd name="connsiteX100" fmla="*/ 3673193 w 7718489"/>
              <a:gd name="connsiteY100" fmla="*/ 2420175 h 3099991"/>
              <a:gd name="connsiteX101" fmla="*/ 3493562 w 7718489"/>
              <a:gd name="connsiteY101" fmla="*/ 3064101 h 3099991"/>
              <a:gd name="connsiteX102" fmla="*/ 3069732 w 7718489"/>
              <a:gd name="connsiteY102" fmla="*/ 3064101 h 3099991"/>
              <a:gd name="connsiteX103" fmla="*/ 3255345 w 7718489"/>
              <a:gd name="connsiteY103" fmla="*/ 2420175 h 3099991"/>
              <a:gd name="connsiteX104" fmla="*/ 2319717 w 7718489"/>
              <a:gd name="connsiteY104" fmla="*/ 2420175 h 3099991"/>
              <a:gd name="connsiteX105" fmla="*/ 2319717 w 7718489"/>
              <a:gd name="connsiteY105" fmla="*/ 2421934 h 3099991"/>
              <a:gd name="connsiteX106" fmla="*/ 2227350 w 7718489"/>
              <a:gd name="connsiteY106" fmla="*/ 2421934 h 3099991"/>
              <a:gd name="connsiteX107" fmla="*/ 2035228 w 7718489"/>
              <a:gd name="connsiteY107" fmla="*/ 3065860 h 3099991"/>
              <a:gd name="connsiteX108" fmla="*/ 1614917 w 7718489"/>
              <a:gd name="connsiteY108" fmla="*/ 3065860 h 3099991"/>
              <a:gd name="connsiteX109" fmla="*/ 1809678 w 7718489"/>
              <a:gd name="connsiteY109" fmla="*/ 2420175 h 3099991"/>
              <a:gd name="connsiteX110" fmla="*/ 1107517 w 7718489"/>
              <a:gd name="connsiteY110" fmla="*/ 2420175 h 3099991"/>
              <a:gd name="connsiteX111" fmla="*/ 1417165 w 7718489"/>
              <a:gd name="connsiteY111" fmla="*/ 3065860 h 3099991"/>
              <a:gd name="connsiteX112" fmla="*/ 952694 w 7718489"/>
              <a:gd name="connsiteY112" fmla="*/ 3065860 h 3099991"/>
              <a:gd name="connsiteX113" fmla="*/ 633722 w 7718489"/>
              <a:gd name="connsiteY113" fmla="*/ 2420175 h 3099991"/>
              <a:gd name="connsiteX114" fmla="*/ 578126 w 7718489"/>
              <a:gd name="connsiteY114" fmla="*/ 2420175 h 3099991"/>
              <a:gd name="connsiteX115" fmla="*/ 384596 w 7718489"/>
              <a:gd name="connsiteY115" fmla="*/ 3065860 h 3099991"/>
              <a:gd name="connsiteX116" fmla="*/ 0 w 7718489"/>
              <a:gd name="connsiteY116" fmla="*/ 3065860 h 3099991"/>
              <a:gd name="connsiteX117" fmla="*/ 437201 w 7718489"/>
              <a:gd name="connsiteY117" fmla="*/ 1607879 h 3099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7718489" h="3099991">
                <a:moveTo>
                  <a:pt x="6058533" y="2420175"/>
                </a:moveTo>
                <a:cubicBezTo>
                  <a:pt x="6061876" y="2669124"/>
                  <a:pt x="6221626" y="2775917"/>
                  <a:pt x="6451222" y="2775917"/>
                </a:cubicBezTo>
                <a:cubicBezTo>
                  <a:pt x="6541125" y="2774668"/>
                  <a:pt x="6630730" y="2765432"/>
                  <a:pt x="6718997" y="2748296"/>
                </a:cubicBezTo>
                <a:lnTo>
                  <a:pt x="6800455" y="2420175"/>
                </a:lnTo>
                <a:close/>
                <a:moveTo>
                  <a:pt x="5035465" y="1789620"/>
                </a:moveTo>
                <a:lnTo>
                  <a:pt x="4672157" y="2360005"/>
                </a:lnTo>
                <a:lnTo>
                  <a:pt x="4912310" y="2360005"/>
                </a:lnTo>
                <a:close/>
                <a:moveTo>
                  <a:pt x="3858453" y="1764813"/>
                </a:moveTo>
                <a:lnTo>
                  <a:pt x="3690962" y="2360005"/>
                </a:lnTo>
                <a:lnTo>
                  <a:pt x="3864435" y="2360005"/>
                </a:lnTo>
                <a:close/>
                <a:moveTo>
                  <a:pt x="2514654" y="1671568"/>
                </a:moveTo>
                <a:cubicBezTo>
                  <a:pt x="2492486" y="1671568"/>
                  <a:pt x="2469438" y="1672623"/>
                  <a:pt x="2445687" y="1672623"/>
                </a:cubicBezTo>
                <a:lnTo>
                  <a:pt x="2392026" y="1874949"/>
                </a:lnTo>
                <a:lnTo>
                  <a:pt x="2369859" y="1961686"/>
                </a:lnTo>
                <a:lnTo>
                  <a:pt x="2322884" y="2135863"/>
                </a:lnTo>
                <a:lnTo>
                  <a:pt x="2424575" y="2135863"/>
                </a:lnTo>
                <a:cubicBezTo>
                  <a:pt x="2441816" y="2135863"/>
                  <a:pt x="2459762" y="2135863"/>
                  <a:pt x="2483161" y="2135863"/>
                </a:cubicBezTo>
                <a:cubicBezTo>
                  <a:pt x="2500931" y="2135863"/>
                  <a:pt x="2516589" y="2133575"/>
                  <a:pt x="2531895" y="2133575"/>
                </a:cubicBezTo>
                <a:lnTo>
                  <a:pt x="2532423" y="2133575"/>
                </a:lnTo>
                <a:cubicBezTo>
                  <a:pt x="2728240" y="2118621"/>
                  <a:pt x="2788938" y="2043848"/>
                  <a:pt x="2837145" y="1896765"/>
                </a:cubicBezTo>
                <a:cubicBezTo>
                  <a:pt x="2865118" y="1811437"/>
                  <a:pt x="2867933" y="1755137"/>
                  <a:pt x="2844358" y="1722589"/>
                </a:cubicBezTo>
                <a:cubicBezTo>
                  <a:pt x="2813393" y="1679308"/>
                  <a:pt x="2728240" y="1671568"/>
                  <a:pt x="2593473" y="1671568"/>
                </a:cubicBezTo>
                <a:close/>
                <a:moveTo>
                  <a:pt x="4208566" y="61049"/>
                </a:moveTo>
                <a:lnTo>
                  <a:pt x="4208566" y="2360885"/>
                </a:lnTo>
                <a:lnTo>
                  <a:pt x="4252198" y="2360885"/>
                </a:lnTo>
                <a:lnTo>
                  <a:pt x="4854779" y="1410830"/>
                </a:lnTo>
                <a:lnTo>
                  <a:pt x="5528086" y="1410830"/>
                </a:lnTo>
                <a:lnTo>
                  <a:pt x="5329102" y="2360005"/>
                </a:lnTo>
                <a:lnTo>
                  <a:pt x="5563097" y="2360005"/>
                </a:lnTo>
                <a:cubicBezTo>
                  <a:pt x="5567865" y="2312924"/>
                  <a:pt x="5576275" y="2266266"/>
                  <a:pt x="5588256" y="2220488"/>
                </a:cubicBezTo>
                <a:cubicBezTo>
                  <a:pt x="5629319" y="2056480"/>
                  <a:pt x="5701348" y="1901815"/>
                  <a:pt x="5800435" y="1764813"/>
                </a:cubicBezTo>
                <a:lnTo>
                  <a:pt x="5801491" y="1435285"/>
                </a:lnTo>
                <a:lnTo>
                  <a:pt x="5800787" y="61049"/>
                </a:lnTo>
                <a:close/>
                <a:moveTo>
                  <a:pt x="2354376" y="61049"/>
                </a:moveTo>
                <a:lnTo>
                  <a:pt x="2354376" y="1408015"/>
                </a:lnTo>
                <a:lnTo>
                  <a:pt x="2671061" y="1408015"/>
                </a:lnTo>
                <a:cubicBezTo>
                  <a:pt x="2861952" y="1408015"/>
                  <a:pt x="3077121" y="1396931"/>
                  <a:pt x="3184442" y="1525364"/>
                </a:cubicBezTo>
                <a:cubicBezTo>
                  <a:pt x="3255872" y="1611749"/>
                  <a:pt x="3271706" y="1726635"/>
                  <a:pt x="3238279" y="1902571"/>
                </a:cubicBezTo>
                <a:cubicBezTo>
                  <a:pt x="3197286" y="2128297"/>
                  <a:pt x="3066389" y="2280306"/>
                  <a:pt x="2851219" y="2360005"/>
                </a:cubicBezTo>
                <a:lnTo>
                  <a:pt x="3273466" y="2360005"/>
                </a:lnTo>
                <a:lnTo>
                  <a:pt x="3546695" y="1408543"/>
                </a:lnTo>
                <a:lnTo>
                  <a:pt x="3944662" y="1408543"/>
                </a:lnTo>
                <a:lnTo>
                  <a:pt x="3944662" y="61049"/>
                </a:lnTo>
                <a:close/>
                <a:moveTo>
                  <a:pt x="498603" y="61049"/>
                </a:moveTo>
                <a:lnTo>
                  <a:pt x="498603" y="1410830"/>
                </a:lnTo>
                <a:lnTo>
                  <a:pt x="881440" y="1410830"/>
                </a:lnTo>
                <a:lnTo>
                  <a:pt x="676826" y="2091351"/>
                </a:lnTo>
                <a:lnTo>
                  <a:pt x="1308612" y="1412062"/>
                </a:lnTo>
                <a:lnTo>
                  <a:pt x="1827624" y="1412062"/>
                </a:lnTo>
                <a:lnTo>
                  <a:pt x="1019725" y="2237729"/>
                </a:lnTo>
                <a:lnTo>
                  <a:pt x="1078312" y="2360885"/>
                </a:lnTo>
                <a:lnTo>
                  <a:pt x="1827624" y="2360885"/>
                </a:lnTo>
                <a:lnTo>
                  <a:pt x="1836596" y="2333966"/>
                </a:lnTo>
                <a:lnTo>
                  <a:pt x="2064434" y="1575506"/>
                </a:lnTo>
                <a:lnTo>
                  <a:pt x="2089416" y="1492992"/>
                </a:lnTo>
                <a:lnTo>
                  <a:pt x="2089416" y="61049"/>
                </a:lnTo>
                <a:close/>
                <a:moveTo>
                  <a:pt x="6065395" y="60698"/>
                </a:moveTo>
                <a:lnTo>
                  <a:pt x="6065395" y="1503372"/>
                </a:lnTo>
                <a:cubicBezTo>
                  <a:pt x="6304668" y="1347317"/>
                  <a:pt x="6581591" y="1317056"/>
                  <a:pt x="6770898" y="1317056"/>
                </a:cubicBezTo>
                <a:cubicBezTo>
                  <a:pt x="7037265" y="1317056"/>
                  <a:pt x="7242406" y="1373884"/>
                  <a:pt x="7344274" y="1514632"/>
                </a:cubicBezTo>
                <a:cubicBezTo>
                  <a:pt x="7434353" y="1644649"/>
                  <a:pt x="7402860" y="1785926"/>
                  <a:pt x="7383859" y="1868792"/>
                </a:cubicBezTo>
                <a:lnTo>
                  <a:pt x="6906017" y="1868792"/>
                </a:lnTo>
                <a:cubicBezTo>
                  <a:pt x="6923434" y="1691096"/>
                  <a:pt x="6795705" y="1642186"/>
                  <a:pt x="6667272" y="1642186"/>
                </a:cubicBezTo>
                <a:cubicBezTo>
                  <a:pt x="6342669" y="1642186"/>
                  <a:pt x="6154418" y="1924739"/>
                  <a:pt x="6084044" y="2210811"/>
                </a:cubicBezTo>
                <a:cubicBezTo>
                  <a:pt x="6076479" y="2244239"/>
                  <a:pt x="6071376" y="2275556"/>
                  <a:pt x="6065395" y="2305465"/>
                </a:cubicBezTo>
                <a:lnTo>
                  <a:pt x="6065395" y="2360005"/>
                </a:lnTo>
                <a:lnTo>
                  <a:pt x="6453685" y="2360005"/>
                </a:lnTo>
                <a:lnTo>
                  <a:pt x="6519837" y="2094693"/>
                </a:lnTo>
                <a:lnTo>
                  <a:pt x="7322633" y="2094693"/>
                </a:lnTo>
                <a:lnTo>
                  <a:pt x="7257009" y="2360005"/>
                </a:lnTo>
                <a:lnTo>
                  <a:pt x="7658671" y="2360005"/>
                </a:lnTo>
                <a:lnTo>
                  <a:pt x="7657967" y="60698"/>
                </a:lnTo>
                <a:close/>
                <a:moveTo>
                  <a:pt x="437201" y="0"/>
                </a:moveTo>
                <a:lnTo>
                  <a:pt x="2151170" y="0"/>
                </a:lnTo>
                <a:lnTo>
                  <a:pt x="2151170" y="1410830"/>
                </a:lnTo>
                <a:lnTo>
                  <a:pt x="2292974" y="1410830"/>
                </a:lnTo>
                <a:lnTo>
                  <a:pt x="2292974" y="0"/>
                </a:lnTo>
                <a:lnTo>
                  <a:pt x="4006767" y="0"/>
                </a:lnTo>
                <a:lnTo>
                  <a:pt x="4006767" y="1408543"/>
                </a:lnTo>
                <a:lnTo>
                  <a:pt x="4148748" y="1408543"/>
                </a:lnTo>
                <a:lnTo>
                  <a:pt x="4148748" y="0"/>
                </a:lnTo>
                <a:lnTo>
                  <a:pt x="5862013" y="0"/>
                </a:lnTo>
                <a:lnTo>
                  <a:pt x="5862013" y="1684411"/>
                </a:lnTo>
                <a:cubicBezTo>
                  <a:pt x="5905345" y="1634234"/>
                  <a:pt x="5953218" y="1588174"/>
                  <a:pt x="6005048" y="1546829"/>
                </a:cubicBezTo>
                <a:lnTo>
                  <a:pt x="6005048" y="0"/>
                </a:lnTo>
                <a:lnTo>
                  <a:pt x="7718489" y="0"/>
                </a:lnTo>
                <a:lnTo>
                  <a:pt x="7718489" y="2420175"/>
                </a:lnTo>
                <a:lnTo>
                  <a:pt x="7242406" y="2420175"/>
                </a:lnTo>
                <a:lnTo>
                  <a:pt x="7097963" y="3004810"/>
                </a:lnTo>
                <a:cubicBezTo>
                  <a:pt x="6843929" y="3064980"/>
                  <a:pt x="6584019" y="3096913"/>
                  <a:pt x="6322965" y="3099991"/>
                </a:cubicBezTo>
                <a:cubicBezTo>
                  <a:pt x="6139112" y="3099991"/>
                  <a:pt x="5891218" y="3071490"/>
                  <a:pt x="5729357" y="2923000"/>
                </a:cubicBezTo>
                <a:cubicBezTo>
                  <a:pt x="5597053" y="2801076"/>
                  <a:pt x="5546031" y="2619686"/>
                  <a:pt x="5555532" y="2420175"/>
                </a:cubicBezTo>
                <a:lnTo>
                  <a:pt x="5314324" y="2420175"/>
                </a:lnTo>
                <a:lnTo>
                  <a:pt x="5178853" y="3064101"/>
                </a:lnTo>
                <a:lnTo>
                  <a:pt x="4761709" y="3064101"/>
                </a:lnTo>
                <a:lnTo>
                  <a:pt x="4899466" y="2420175"/>
                </a:lnTo>
                <a:lnTo>
                  <a:pt x="4632396" y="2420175"/>
                </a:lnTo>
                <a:lnTo>
                  <a:pt x="4224576" y="3064101"/>
                </a:lnTo>
                <a:lnTo>
                  <a:pt x="3869009" y="3064101"/>
                </a:lnTo>
                <a:lnTo>
                  <a:pt x="3863907" y="2420175"/>
                </a:lnTo>
                <a:lnTo>
                  <a:pt x="3673193" y="2420175"/>
                </a:lnTo>
                <a:lnTo>
                  <a:pt x="3493562" y="3064101"/>
                </a:lnTo>
                <a:lnTo>
                  <a:pt x="3069732" y="3064101"/>
                </a:lnTo>
                <a:lnTo>
                  <a:pt x="3255345" y="2420175"/>
                </a:lnTo>
                <a:lnTo>
                  <a:pt x="2319717" y="2420175"/>
                </a:lnTo>
                <a:lnTo>
                  <a:pt x="2319717" y="2421934"/>
                </a:lnTo>
                <a:lnTo>
                  <a:pt x="2227350" y="2421934"/>
                </a:lnTo>
                <a:lnTo>
                  <a:pt x="2035228" y="3065860"/>
                </a:lnTo>
                <a:lnTo>
                  <a:pt x="1614917" y="3065860"/>
                </a:lnTo>
                <a:lnTo>
                  <a:pt x="1809678" y="2420175"/>
                </a:lnTo>
                <a:lnTo>
                  <a:pt x="1107517" y="2420175"/>
                </a:lnTo>
                <a:lnTo>
                  <a:pt x="1417165" y="3065860"/>
                </a:lnTo>
                <a:lnTo>
                  <a:pt x="952694" y="3065860"/>
                </a:lnTo>
                <a:lnTo>
                  <a:pt x="633722" y="2420175"/>
                </a:lnTo>
                <a:lnTo>
                  <a:pt x="578126" y="2420175"/>
                </a:lnTo>
                <a:lnTo>
                  <a:pt x="384596" y="3065860"/>
                </a:lnTo>
                <a:lnTo>
                  <a:pt x="0" y="3065860"/>
                </a:lnTo>
                <a:lnTo>
                  <a:pt x="437201" y="1607879"/>
                </a:lnTo>
                <a:close/>
              </a:path>
            </a:pathLst>
          </a:custGeom>
        </p:spPr>
      </p:pic>
      <p:sp>
        <p:nvSpPr>
          <p:cNvPr id="14" name="TextBox 13">
            <a:extLst>
              <a:ext uri="{FF2B5EF4-FFF2-40B4-BE49-F238E27FC236}">
                <a16:creationId xmlns:a16="http://schemas.microsoft.com/office/drawing/2014/main" id="{F9D7BC35-DBB3-47DF-B76D-2EA923A512DA}"/>
              </a:ext>
              <a:ext uri="{C183D7F6-B498-43B3-948B-1728B52AA6E4}">
                <adec:decorative xmlns:adec="http://schemas.microsoft.com/office/drawing/2017/decorative" val="1"/>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2023 KPMG LLP, a Delaware limited liability partnership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10008450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4_FINAL SLIDE">
    <p:bg>
      <p:bgPr>
        <a:solidFill>
          <a:srgbClr val="00338D"/>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CB56A4-D08B-4353-9FB8-0DC3EE984A87}"/>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14785" t="1" r="25611" b="44121"/>
          <a:stretch/>
        </p:blipFill>
        <p:spPr>
          <a:xfrm>
            <a:off x="0" y="0"/>
            <a:ext cx="12192000" cy="6858000"/>
          </a:xfrm>
          <a:prstGeom prst="rect">
            <a:avLst/>
          </a:prstGeom>
        </p:spPr>
      </p:pic>
      <p:pic>
        <p:nvPicPr>
          <p:cNvPr id="16" name="Picture 15">
            <a:extLst>
              <a:ext uri="{FF2B5EF4-FFF2-40B4-BE49-F238E27FC236}">
                <a16:creationId xmlns:a16="http://schemas.microsoft.com/office/drawing/2014/main" id="{C8B69055-DC25-49C8-9B89-81E75E56EDEA}"/>
              </a:ext>
            </a:extLst>
          </p:cNvPr>
          <p:cNvPicPr>
            <a:picLocks noChangeAspect="1"/>
          </p:cNvPicPr>
          <p:nvPr userDrawn="1"/>
        </p:nvPicPr>
        <p:blipFill>
          <a:blip r:embed="rId5">
            <a:extLst>
              <a:ext uri="{28A0092B-C50C-407E-A947-70E740481C1C}">
                <a14:useLocalDpi xmlns:a14="http://schemas.microsoft.com/office/drawing/2010/main" val="0"/>
              </a:ext>
            </a:extLst>
          </a:blip>
          <a:srcRect l="9065" t="22610" r="9010" b="22550"/>
          <a:stretch>
            <a:fillRect/>
          </a:stretch>
        </p:blipFill>
        <p:spPr>
          <a:xfrm flipH="1">
            <a:off x="2238565" y="1882444"/>
            <a:ext cx="7709732" cy="3096473"/>
          </a:xfrm>
          <a:custGeom>
            <a:avLst/>
            <a:gdLst>
              <a:gd name="connsiteX0" fmla="*/ 1658073 w 7709732"/>
              <a:gd name="connsiteY0" fmla="*/ 2417428 h 3096473"/>
              <a:gd name="connsiteX1" fmla="*/ 1265829 w 7709732"/>
              <a:gd name="connsiteY1" fmla="*/ 2772767 h 3096473"/>
              <a:gd name="connsiteX2" fmla="*/ 998358 w 7709732"/>
              <a:gd name="connsiteY2" fmla="*/ 2745177 h 3096473"/>
              <a:gd name="connsiteX3" fmla="*/ 916992 w 7709732"/>
              <a:gd name="connsiteY3" fmla="*/ 2417428 h 3096473"/>
              <a:gd name="connsiteX4" fmla="*/ 2679980 w 7709732"/>
              <a:gd name="connsiteY4" fmla="*/ 1787589 h 3096473"/>
              <a:gd name="connsiteX5" fmla="*/ 3042876 w 7709732"/>
              <a:gd name="connsiteY5" fmla="*/ 2357327 h 3096473"/>
              <a:gd name="connsiteX6" fmla="*/ 2802996 w 7709732"/>
              <a:gd name="connsiteY6" fmla="*/ 2357327 h 3096473"/>
              <a:gd name="connsiteX7" fmla="*/ 3855657 w 7709732"/>
              <a:gd name="connsiteY7" fmla="*/ 1762811 h 3096473"/>
              <a:gd name="connsiteX8" fmla="*/ 4022958 w 7709732"/>
              <a:gd name="connsiteY8" fmla="*/ 2357327 h 3096473"/>
              <a:gd name="connsiteX9" fmla="*/ 3849682 w 7709732"/>
              <a:gd name="connsiteY9" fmla="*/ 2357327 h 3096473"/>
              <a:gd name="connsiteX10" fmla="*/ 5197931 w 7709732"/>
              <a:gd name="connsiteY10" fmla="*/ 1669671 h 3096473"/>
              <a:gd name="connsiteX11" fmla="*/ 5266820 w 7709732"/>
              <a:gd name="connsiteY11" fmla="*/ 1670725 h 3096473"/>
              <a:gd name="connsiteX12" fmla="*/ 5320420 w 7709732"/>
              <a:gd name="connsiteY12" fmla="*/ 1872822 h 3096473"/>
              <a:gd name="connsiteX13" fmla="*/ 5342562 w 7709732"/>
              <a:gd name="connsiteY13" fmla="*/ 1959460 h 3096473"/>
              <a:gd name="connsiteX14" fmla="*/ 5389484 w 7709732"/>
              <a:gd name="connsiteY14" fmla="*/ 2133439 h 3096473"/>
              <a:gd name="connsiteX15" fmla="*/ 5287908 w 7709732"/>
              <a:gd name="connsiteY15" fmla="*/ 2133439 h 3096473"/>
              <a:gd name="connsiteX16" fmla="*/ 5229388 w 7709732"/>
              <a:gd name="connsiteY16" fmla="*/ 2133439 h 3096473"/>
              <a:gd name="connsiteX17" fmla="*/ 5180709 w 7709732"/>
              <a:gd name="connsiteY17" fmla="*/ 2131154 h 3096473"/>
              <a:gd name="connsiteX18" fmla="*/ 5180182 w 7709732"/>
              <a:gd name="connsiteY18" fmla="*/ 2131154 h 3096473"/>
              <a:gd name="connsiteX19" fmla="*/ 4875806 w 7709732"/>
              <a:gd name="connsiteY19" fmla="*/ 1894613 h 3096473"/>
              <a:gd name="connsiteX20" fmla="*/ 4868601 w 7709732"/>
              <a:gd name="connsiteY20" fmla="*/ 1720634 h 3096473"/>
              <a:gd name="connsiteX21" fmla="*/ 5119201 w 7709732"/>
              <a:gd name="connsiteY21" fmla="*/ 1669671 h 3096473"/>
              <a:gd name="connsiteX22" fmla="*/ 3505941 w 7709732"/>
              <a:gd name="connsiteY22" fmla="*/ 60980 h 3096473"/>
              <a:gd name="connsiteX23" fmla="*/ 3505941 w 7709732"/>
              <a:gd name="connsiteY23" fmla="*/ 2358205 h 3096473"/>
              <a:gd name="connsiteX24" fmla="*/ 3462358 w 7709732"/>
              <a:gd name="connsiteY24" fmla="*/ 2358205 h 3096473"/>
              <a:gd name="connsiteX25" fmla="*/ 2860461 w 7709732"/>
              <a:gd name="connsiteY25" fmla="*/ 1409229 h 3096473"/>
              <a:gd name="connsiteX26" fmla="*/ 2187918 w 7709732"/>
              <a:gd name="connsiteY26" fmla="*/ 1409229 h 3096473"/>
              <a:gd name="connsiteX27" fmla="*/ 2386676 w 7709732"/>
              <a:gd name="connsiteY27" fmla="*/ 2357327 h 3096473"/>
              <a:gd name="connsiteX28" fmla="*/ 2152947 w 7709732"/>
              <a:gd name="connsiteY28" fmla="*/ 2357327 h 3096473"/>
              <a:gd name="connsiteX29" fmla="*/ 2127816 w 7709732"/>
              <a:gd name="connsiteY29" fmla="*/ 2217968 h 3096473"/>
              <a:gd name="connsiteX30" fmla="*/ 1915878 w 7709732"/>
              <a:gd name="connsiteY30" fmla="*/ 1762811 h 3096473"/>
              <a:gd name="connsiteX31" fmla="*/ 1914824 w 7709732"/>
              <a:gd name="connsiteY31" fmla="*/ 1433657 h 3096473"/>
              <a:gd name="connsiteX32" fmla="*/ 1915527 w 7709732"/>
              <a:gd name="connsiteY32" fmla="*/ 60980 h 3096473"/>
              <a:gd name="connsiteX33" fmla="*/ 5358027 w 7709732"/>
              <a:gd name="connsiteY33" fmla="*/ 60980 h 3096473"/>
              <a:gd name="connsiteX34" fmla="*/ 5358027 w 7709732"/>
              <a:gd name="connsiteY34" fmla="*/ 1406417 h 3096473"/>
              <a:gd name="connsiteX35" fmla="*/ 5041702 w 7709732"/>
              <a:gd name="connsiteY35" fmla="*/ 1406417 h 3096473"/>
              <a:gd name="connsiteX36" fmla="*/ 4528903 w 7709732"/>
              <a:gd name="connsiteY36" fmla="*/ 1523633 h 3096473"/>
              <a:gd name="connsiteX37" fmla="*/ 4475127 w 7709732"/>
              <a:gd name="connsiteY37" fmla="*/ 1900412 h 3096473"/>
              <a:gd name="connsiteX38" fmla="*/ 4861747 w 7709732"/>
              <a:gd name="connsiteY38" fmla="*/ 2357327 h 3096473"/>
              <a:gd name="connsiteX39" fmla="*/ 4439980 w 7709732"/>
              <a:gd name="connsiteY39" fmla="*/ 2357327 h 3096473"/>
              <a:gd name="connsiteX40" fmla="*/ 4167061 w 7709732"/>
              <a:gd name="connsiteY40" fmla="*/ 1406945 h 3096473"/>
              <a:gd name="connsiteX41" fmla="*/ 3769546 w 7709732"/>
              <a:gd name="connsiteY41" fmla="*/ 1406945 h 3096473"/>
              <a:gd name="connsiteX42" fmla="*/ 3769546 w 7709732"/>
              <a:gd name="connsiteY42" fmla="*/ 60980 h 3096473"/>
              <a:gd name="connsiteX43" fmla="*/ 7211695 w 7709732"/>
              <a:gd name="connsiteY43" fmla="*/ 60980 h 3096473"/>
              <a:gd name="connsiteX44" fmla="*/ 7211695 w 7709732"/>
              <a:gd name="connsiteY44" fmla="*/ 1409229 h 3096473"/>
              <a:gd name="connsiteX45" fmla="*/ 6829292 w 7709732"/>
              <a:gd name="connsiteY45" fmla="*/ 1409229 h 3096473"/>
              <a:gd name="connsiteX46" fmla="*/ 7033674 w 7709732"/>
              <a:gd name="connsiteY46" fmla="*/ 2088977 h 3096473"/>
              <a:gd name="connsiteX47" fmla="*/ 6402604 w 7709732"/>
              <a:gd name="connsiteY47" fmla="*/ 1410459 h 3096473"/>
              <a:gd name="connsiteX48" fmla="*/ 5884182 w 7709732"/>
              <a:gd name="connsiteY48" fmla="*/ 1410459 h 3096473"/>
              <a:gd name="connsiteX49" fmla="*/ 6691164 w 7709732"/>
              <a:gd name="connsiteY49" fmla="*/ 2235190 h 3096473"/>
              <a:gd name="connsiteX50" fmla="*/ 6632643 w 7709732"/>
              <a:gd name="connsiteY50" fmla="*/ 2358205 h 3096473"/>
              <a:gd name="connsiteX51" fmla="*/ 5884182 w 7709732"/>
              <a:gd name="connsiteY51" fmla="*/ 2358205 h 3096473"/>
              <a:gd name="connsiteX52" fmla="*/ 5875219 w 7709732"/>
              <a:gd name="connsiteY52" fmla="*/ 2331318 h 3096473"/>
              <a:gd name="connsiteX53" fmla="*/ 5647641 w 7709732"/>
              <a:gd name="connsiteY53" fmla="*/ 1573718 h 3096473"/>
              <a:gd name="connsiteX54" fmla="*/ 5622686 w 7709732"/>
              <a:gd name="connsiteY54" fmla="*/ 1491298 h 3096473"/>
              <a:gd name="connsiteX55" fmla="*/ 5622686 w 7709732"/>
              <a:gd name="connsiteY55" fmla="*/ 60980 h 3096473"/>
              <a:gd name="connsiteX56" fmla="*/ 1651219 w 7709732"/>
              <a:gd name="connsiteY56" fmla="*/ 60629 h 3096473"/>
              <a:gd name="connsiteX57" fmla="*/ 1651219 w 7709732"/>
              <a:gd name="connsiteY57" fmla="*/ 1501666 h 3096473"/>
              <a:gd name="connsiteX58" fmla="*/ 946516 w 7709732"/>
              <a:gd name="connsiteY58" fmla="*/ 1315562 h 3096473"/>
              <a:gd name="connsiteX59" fmla="*/ 373791 w 7709732"/>
              <a:gd name="connsiteY59" fmla="*/ 1512914 h 3096473"/>
              <a:gd name="connsiteX60" fmla="*/ 334250 w 7709732"/>
              <a:gd name="connsiteY60" fmla="*/ 1866671 h 3096473"/>
              <a:gd name="connsiteX61" fmla="*/ 811550 w 7709732"/>
              <a:gd name="connsiteY61" fmla="*/ 1866671 h 3096473"/>
              <a:gd name="connsiteX62" fmla="*/ 1050025 w 7709732"/>
              <a:gd name="connsiteY62" fmla="*/ 1640322 h 3096473"/>
              <a:gd name="connsiteX63" fmla="*/ 1632591 w 7709732"/>
              <a:gd name="connsiteY63" fmla="*/ 2208302 h 3096473"/>
              <a:gd name="connsiteX64" fmla="*/ 1651219 w 7709732"/>
              <a:gd name="connsiteY64" fmla="*/ 2302848 h 3096473"/>
              <a:gd name="connsiteX65" fmla="*/ 1651219 w 7709732"/>
              <a:gd name="connsiteY65" fmla="*/ 2357327 h 3096473"/>
              <a:gd name="connsiteX66" fmla="*/ 1263369 w 7709732"/>
              <a:gd name="connsiteY66" fmla="*/ 2357327 h 3096473"/>
              <a:gd name="connsiteX67" fmla="*/ 1197292 w 7709732"/>
              <a:gd name="connsiteY67" fmla="*/ 2092316 h 3096473"/>
              <a:gd name="connsiteX68" fmla="*/ 395407 w 7709732"/>
              <a:gd name="connsiteY68" fmla="*/ 2092316 h 3096473"/>
              <a:gd name="connsiteX69" fmla="*/ 460957 w 7709732"/>
              <a:gd name="connsiteY69" fmla="*/ 2357327 h 3096473"/>
              <a:gd name="connsiteX70" fmla="*/ 59750 w 7709732"/>
              <a:gd name="connsiteY70" fmla="*/ 2357327 h 3096473"/>
              <a:gd name="connsiteX71" fmla="*/ 60453 w 7709732"/>
              <a:gd name="connsiteY71" fmla="*/ 60629 h 3096473"/>
              <a:gd name="connsiteX72" fmla="*/ 7273027 w 7709732"/>
              <a:gd name="connsiteY72" fmla="*/ 0 h 3096473"/>
              <a:gd name="connsiteX73" fmla="*/ 5561003 w 7709732"/>
              <a:gd name="connsiteY73" fmla="*/ 0 h 3096473"/>
              <a:gd name="connsiteX74" fmla="*/ 5561003 w 7709732"/>
              <a:gd name="connsiteY74" fmla="*/ 1409229 h 3096473"/>
              <a:gd name="connsiteX75" fmla="*/ 5419359 w 7709732"/>
              <a:gd name="connsiteY75" fmla="*/ 1409229 h 3096473"/>
              <a:gd name="connsiteX76" fmla="*/ 5419359 w 7709732"/>
              <a:gd name="connsiteY76" fmla="*/ 0 h 3096473"/>
              <a:gd name="connsiteX77" fmla="*/ 3707511 w 7709732"/>
              <a:gd name="connsiteY77" fmla="*/ 0 h 3096473"/>
              <a:gd name="connsiteX78" fmla="*/ 3707511 w 7709732"/>
              <a:gd name="connsiteY78" fmla="*/ 1406945 h 3096473"/>
              <a:gd name="connsiteX79" fmla="*/ 3565692 w 7709732"/>
              <a:gd name="connsiteY79" fmla="*/ 1406945 h 3096473"/>
              <a:gd name="connsiteX80" fmla="*/ 3565692 w 7709732"/>
              <a:gd name="connsiteY80" fmla="*/ 0 h 3096473"/>
              <a:gd name="connsiteX81" fmla="*/ 1854370 w 7709732"/>
              <a:gd name="connsiteY81" fmla="*/ 0 h 3096473"/>
              <a:gd name="connsiteX82" fmla="*/ 1854370 w 7709732"/>
              <a:gd name="connsiteY82" fmla="*/ 1682499 h 3096473"/>
              <a:gd name="connsiteX83" fmla="*/ 1711497 w 7709732"/>
              <a:gd name="connsiteY83" fmla="*/ 1545073 h 3096473"/>
              <a:gd name="connsiteX84" fmla="*/ 1711497 w 7709732"/>
              <a:gd name="connsiteY84" fmla="*/ 0 h 3096473"/>
              <a:gd name="connsiteX85" fmla="*/ 0 w 7709732"/>
              <a:gd name="connsiteY85" fmla="*/ 0 h 3096473"/>
              <a:gd name="connsiteX86" fmla="*/ 0 w 7709732"/>
              <a:gd name="connsiteY86" fmla="*/ 2417428 h 3096473"/>
              <a:gd name="connsiteX87" fmla="*/ 475543 w 7709732"/>
              <a:gd name="connsiteY87" fmla="*/ 2417428 h 3096473"/>
              <a:gd name="connsiteX88" fmla="*/ 619822 w 7709732"/>
              <a:gd name="connsiteY88" fmla="*/ 3001400 h 3096473"/>
              <a:gd name="connsiteX89" fmla="*/ 1393941 w 7709732"/>
              <a:gd name="connsiteY89" fmla="*/ 3096473 h 3096473"/>
              <a:gd name="connsiteX90" fmla="*/ 1986876 w 7709732"/>
              <a:gd name="connsiteY90" fmla="*/ 2919683 h 3096473"/>
              <a:gd name="connsiteX91" fmla="*/ 2160503 w 7709732"/>
              <a:gd name="connsiteY91" fmla="*/ 2417428 h 3096473"/>
              <a:gd name="connsiteX92" fmla="*/ 2401438 w 7709732"/>
              <a:gd name="connsiteY92" fmla="*/ 2417428 h 3096473"/>
              <a:gd name="connsiteX93" fmla="*/ 2536755 w 7709732"/>
              <a:gd name="connsiteY93" fmla="*/ 3060623 h 3096473"/>
              <a:gd name="connsiteX94" fmla="*/ 2953426 w 7709732"/>
              <a:gd name="connsiteY94" fmla="*/ 3060623 h 3096473"/>
              <a:gd name="connsiteX95" fmla="*/ 2815824 w 7709732"/>
              <a:gd name="connsiteY95" fmla="*/ 2417428 h 3096473"/>
              <a:gd name="connsiteX96" fmla="*/ 3082592 w 7709732"/>
              <a:gd name="connsiteY96" fmla="*/ 2417428 h 3096473"/>
              <a:gd name="connsiteX97" fmla="*/ 3489949 w 7709732"/>
              <a:gd name="connsiteY97" fmla="*/ 3060623 h 3096473"/>
              <a:gd name="connsiteX98" fmla="*/ 3845113 w 7709732"/>
              <a:gd name="connsiteY98" fmla="*/ 3060623 h 3096473"/>
              <a:gd name="connsiteX99" fmla="*/ 3850209 w 7709732"/>
              <a:gd name="connsiteY99" fmla="*/ 2417428 h 3096473"/>
              <a:gd name="connsiteX100" fmla="*/ 4040707 w 7709732"/>
              <a:gd name="connsiteY100" fmla="*/ 2417428 h 3096473"/>
              <a:gd name="connsiteX101" fmla="*/ 4220134 w 7709732"/>
              <a:gd name="connsiteY101" fmla="*/ 3060623 h 3096473"/>
              <a:gd name="connsiteX102" fmla="*/ 4643483 w 7709732"/>
              <a:gd name="connsiteY102" fmla="*/ 3060623 h 3096473"/>
              <a:gd name="connsiteX103" fmla="*/ 4458081 w 7709732"/>
              <a:gd name="connsiteY103" fmla="*/ 2417428 h 3096473"/>
              <a:gd name="connsiteX104" fmla="*/ 5392647 w 7709732"/>
              <a:gd name="connsiteY104" fmla="*/ 2417428 h 3096473"/>
              <a:gd name="connsiteX105" fmla="*/ 5392647 w 7709732"/>
              <a:gd name="connsiteY105" fmla="*/ 2419186 h 3096473"/>
              <a:gd name="connsiteX106" fmla="*/ 5484909 w 7709732"/>
              <a:gd name="connsiteY106" fmla="*/ 2419186 h 3096473"/>
              <a:gd name="connsiteX107" fmla="*/ 5676813 w 7709732"/>
              <a:gd name="connsiteY107" fmla="*/ 3062381 h 3096473"/>
              <a:gd name="connsiteX108" fmla="*/ 6096647 w 7709732"/>
              <a:gd name="connsiteY108" fmla="*/ 3062381 h 3096473"/>
              <a:gd name="connsiteX109" fmla="*/ 5902107 w 7709732"/>
              <a:gd name="connsiteY109" fmla="*/ 2417428 h 3096473"/>
              <a:gd name="connsiteX110" fmla="*/ 6603471 w 7709732"/>
              <a:gd name="connsiteY110" fmla="*/ 2417428 h 3096473"/>
              <a:gd name="connsiteX111" fmla="*/ 6294175 w 7709732"/>
              <a:gd name="connsiteY111" fmla="*/ 3062381 h 3096473"/>
              <a:gd name="connsiteX112" fmla="*/ 6758119 w 7709732"/>
              <a:gd name="connsiteY112" fmla="*/ 3062381 h 3096473"/>
              <a:gd name="connsiteX113" fmla="*/ 7076729 w 7709732"/>
              <a:gd name="connsiteY113" fmla="*/ 2417428 h 3096473"/>
              <a:gd name="connsiteX114" fmla="*/ 7132262 w 7709732"/>
              <a:gd name="connsiteY114" fmla="*/ 2417428 h 3096473"/>
              <a:gd name="connsiteX115" fmla="*/ 7325572 w 7709732"/>
              <a:gd name="connsiteY115" fmla="*/ 3062381 h 3096473"/>
              <a:gd name="connsiteX116" fmla="*/ 7709732 w 7709732"/>
              <a:gd name="connsiteY116" fmla="*/ 3062381 h 3096473"/>
              <a:gd name="connsiteX117" fmla="*/ 7273027 w 7709732"/>
              <a:gd name="connsiteY117" fmla="*/ 1606054 h 3096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7709732" h="3096473">
                <a:moveTo>
                  <a:pt x="1658073" y="2417428"/>
                </a:moveTo>
                <a:cubicBezTo>
                  <a:pt x="1654734" y="2666095"/>
                  <a:pt x="1495165" y="2772767"/>
                  <a:pt x="1265829" y="2772767"/>
                </a:cubicBezTo>
                <a:cubicBezTo>
                  <a:pt x="1176028" y="2771519"/>
                  <a:pt x="1086525" y="2762293"/>
                  <a:pt x="998358" y="2745177"/>
                </a:cubicBezTo>
                <a:lnTo>
                  <a:pt x="916992" y="2417428"/>
                </a:lnTo>
                <a:close/>
                <a:moveTo>
                  <a:pt x="2679980" y="1787589"/>
                </a:moveTo>
                <a:lnTo>
                  <a:pt x="3042876" y="2357327"/>
                </a:lnTo>
                <a:lnTo>
                  <a:pt x="2802996" y="2357327"/>
                </a:lnTo>
                <a:close/>
                <a:moveTo>
                  <a:pt x="3855657" y="1762811"/>
                </a:moveTo>
                <a:lnTo>
                  <a:pt x="4022958" y="2357327"/>
                </a:lnTo>
                <a:lnTo>
                  <a:pt x="3849682" y="2357327"/>
                </a:lnTo>
                <a:close/>
                <a:moveTo>
                  <a:pt x="5197931" y="1669671"/>
                </a:moveTo>
                <a:cubicBezTo>
                  <a:pt x="5220074" y="1669671"/>
                  <a:pt x="5243096" y="1670725"/>
                  <a:pt x="5266820" y="1670725"/>
                </a:cubicBezTo>
                <a:lnTo>
                  <a:pt x="5320420" y="1872822"/>
                </a:lnTo>
                <a:lnTo>
                  <a:pt x="5342562" y="1959460"/>
                </a:lnTo>
                <a:lnTo>
                  <a:pt x="5389484" y="2133439"/>
                </a:lnTo>
                <a:lnTo>
                  <a:pt x="5287908" y="2133439"/>
                </a:lnTo>
                <a:cubicBezTo>
                  <a:pt x="5270686" y="2133439"/>
                  <a:pt x="5252761" y="2133439"/>
                  <a:pt x="5229388" y="2133439"/>
                </a:cubicBezTo>
                <a:cubicBezTo>
                  <a:pt x="5211639" y="2133439"/>
                  <a:pt x="5195998" y="2131154"/>
                  <a:pt x="5180709" y="2131154"/>
                </a:cubicBezTo>
                <a:lnTo>
                  <a:pt x="5180182" y="2131154"/>
                </a:lnTo>
                <a:cubicBezTo>
                  <a:pt x="4984587" y="2116216"/>
                  <a:pt x="4923958" y="2041528"/>
                  <a:pt x="4875806" y="1894613"/>
                </a:cubicBezTo>
                <a:cubicBezTo>
                  <a:pt x="4847864" y="1809381"/>
                  <a:pt x="4845053" y="1753145"/>
                  <a:pt x="4868601" y="1720634"/>
                </a:cubicBezTo>
                <a:cubicBezTo>
                  <a:pt x="4899531" y="1677403"/>
                  <a:pt x="4984587" y="1669671"/>
                  <a:pt x="5119201" y="1669671"/>
                </a:cubicBezTo>
                <a:close/>
                <a:moveTo>
                  <a:pt x="3505941" y="60980"/>
                </a:moveTo>
                <a:lnTo>
                  <a:pt x="3505941" y="2358205"/>
                </a:lnTo>
                <a:lnTo>
                  <a:pt x="3462358" y="2358205"/>
                </a:lnTo>
                <a:lnTo>
                  <a:pt x="2860461" y="1409229"/>
                </a:lnTo>
                <a:lnTo>
                  <a:pt x="2187918" y="1409229"/>
                </a:lnTo>
                <a:lnTo>
                  <a:pt x="2386676" y="2357327"/>
                </a:lnTo>
                <a:lnTo>
                  <a:pt x="2152947" y="2357327"/>
                </a:lnTo>
                <a:cubicBezTo>
                  <a:pt x="2148184" y="2310300"/>
                  <a:pt x="2139784" y="2263694"/>
                  <a:pt x="2127816" y="2217968"/>
                </a:cubicBezTo>
                <a:cubicBezTo>
                  <a:pt x="2086799" y="2054146"/>
                  <a:pt x="2014853" y="1899656"/>
                  <a:pt x="1915878" y="1762811"/>
                </a:cubicBezTo>
                <a:lnTo>
                  <a:pt x="1914824" y="1433657"/>
                </a:lnTo>
                <a:lnTo>
                  <a:pt x="1915527" y="60980"/>
                </a:lnTo>
                <a:close/>
                <a:moveTo>
                  <a:pt x="5358027" y="60980"/>
                </a:moveTo>
                <a:lnTo>
                  <a:pt x="5358027" y="1406417"/>
                </a:lnTo>
                <a:lnTo>
                  <a:pt x="5041702" y="1406417"/>
                </a:lnTo>
                <a:cubicBezTo>
                  <a:pt x="4851028" y="1406417"/>
                  <a:pt x="4636102" y="1395346"/>
                  <a:pt x="4528903" y="1523633"/>
                </a:cubicBezTo>
                <a:cubicBezTo>
                  <a:pt x="4457554" y="1609920"/>
                  <a:pt x="4441738" y="1724676"/>
                  <a:pt x="4475127" y="1900412"/>
                </a:cubicBezTo>
                <a:cubicBezTo>
                  <a:pt x="4516074" y="2125882"/>
                  <a:pt x="4646822" y="2277718"/>
                  <a:pt x="4861747" y="2357327"/>
                </a:cubicBezTo>
                <a:lnTo>
                  <a:pt x="4439980" y="2357327"/>
                </a:lnTo>
                <a:lnTo>
                  <a:pt x="4167061" y="1406945"/>
                </a:lnTo>
                <a:lnTo>
                  <a:pt x="3769546" y="1406945"/>
                </a:lnTo>
                <a:lnTo>
                  <a:pt x="3769546" y="60980"/>
                </a:lnTo>
                <a:close/>
                <a:moveTo>
                  <a:pt x="7211695" y="60980"/>
                </a:moveTo>
                <a:lnTo>
                  <a:pt x="7211695" y="1409229"/>
                </a:lnTo>
                <a:lnTo>
                  <a:pt x="6829292" y="1409229"/>
                </a:lnTo>
                <a:lnTo>
                  <a:pt x="7033674" y="2088977"/>
                </a:lnTo>
                <a:lnTo>
                  <a:pt x="6402604" y="1410459"/>
                </a:lnTo>
                <a:lnTo>
                  <a:pt x="5884182" y="1410459"/>
                </a:lnTo>
                <a:lnTo>
                  <a:pt x="6691164" y="2235190"/>
                </a:lnTo>
                <a:lnTo>
                  <a:pt x="6632643" y="2358205"/>
                </a:lnTo>
                <a:lnTo>
                  <a:pt x="5884182" y="2358205"/>
                </a:lnTo>
                <a:lnTo>
                  <a:pt x="5875219" y="2331318"/>
                </a:lnTo>
                <a:lnTo>
                  <a:pt x="5647641" y="1573718"/>
                </a:lnTo>
                <a:lnTo>
                  <a:pt x="5622686" y="1491298"/>
                </a:lnTo>
                <a:lnTo>
                  <a:pt x="5622686" y="60980"/>
                </a:lnTo>
                <a:close/>
                <a:moveTo>
                  <a:pt x="1651219" y="60629"/>
                </a:moveTo>
                <a:lnTo>
                  <a:pt x="1651219" y="1501666"/>
                </a:lnTo>
                <a:cubicBezTo>
                  <a:pt x="1412217" y="1345788"/>
                  <a:pt x="1135608" y="1315562"/>
                  <a:pt x="946516" y="1315562"/>
                </a:cubicBezTo>
                <a:cubicBezTo>
                  <a:pt x="680451" y="1315562"/>
                  <a:pt x="475543" y="1372324"/>
                  <a:pt x="373791" y="1512914"/>
                </a:cubicBezTo>
                <a:cubicBezTo>
                  <a:pt x="283814" y="1642783"/>
                  <a:pt x="315271" y="1783899"/>
                  <a:pt x="334250" y="1866671"/>
                </a:cubicBezTo>
                <a:lnTo>
                  <a:pt x="811550" y="1866671"/>
                </a:lnTo>
                <a:cubicBezTo>
                  <a:pt x="794153" y="1689177"/>
                  <a:pt x="921738" y="1640322"/>
                  <a:pt x="1050025" y="1640322"/>
                </a:cubicBezTo>
                <a:cubicBezTo>
                  <a:pt x="1374259" y="1640322"/>
                  <a:pt x="1562296" y="1922555"/>
                  <a:pt x="1632591" y="2208302"/>
                </a:cubicBezTo>
                <a:cubicBezTo>
                  <a:pt x="1640148" y="2241692"/>
                  <a:pt x="1645244" y="2272973"/>
                  <a:pt x="1651219" y="2302848"/>
                </a:cubicBezTo>
                <a:lnTo>
                  <a:pt x="1651219" y="2357327"/>
                </a:lnTo>
                <a:lnTo>
                  <a:pt x="1263369" y="2357327"/>
                </a:lnTo>
                <a:lnTo>
                  <a:pt x="1197292" y="2092316"/>
                </a:lnTo>
                <a:lnTo>
                  <a:pt x="395407" y="2092316"/>
                </a:lnTo>
                <a:lnTo>
                  <a:pt x="460957" y="2357327"/>
                </a:lnTo>
                <a:lnTo>
                  <a:pt x="59750" y="2357327"/>
                </a:lnTo>
                <a:lnTo>
                  <a:pt x="60453" y="60629"/>
                </a:lnTo>
                <a:close/>
                <a:moveTo>
                  <a:pt x="7273027" y="0"/>
                </a:moveTo>
                <a:lnTo>
                  <a:pt x="5561003" y="0"/>
                </a:lnTo>
                <a:lnTo>
                  <a:pt x="5561003" y="1409229"/>
                </a:lnTo>
                <a:lnTo>
                  <a:pt x="5419359" y="1409229"/>
                </a:lnTo>
                <a:lnTo>
                  <a:pt x="5419359" y="0"/>
                </a:lnTo>
                <a:lnTo>
                  <a:pt x="3707511" y="0"/>
                </a:lnTo>
                <a:lnTo>
                  <a:pt x="3707511" y="1406945"/>
                </a:lnTo>
                <a:lnTo>
                  <a:pt x="3565692" y="1406945"/>
                </a:lnTo>
                <a:lnTo>
                  <a:pt x="3565692" y="0"/>
                </a:lnTo>
                <a:lnTo>
                  <a:pt x="1854370" y="0"/>
                </a:lnTo>
                <a:lnTo>
                  <a:pt x="1854370" y="1682499"/>
                </a:lnTo>
                <a:cubicBezTo>
                  <a:pt x="1811087" y="1632379"/>
                  <a:pt x="1763269" y="1586371"/>
                  <a:pt x="1711497" y="1545073"/>
                </a:cubicBezTo>
                <a:lnTo>
                  <a:pt x="1711497" y="0"/>
                </a:lnTo>
                <a:lnTo>
                  <a:pt x="0" y="0"/>
                </a:lnTo>
                <a:lnTo>
                  <a:pt x="0" y="2417428"/>
                </a:lnTo>
                <a:lnTo>
                  <a:pt x="475543" y="2417428"/>
                </a:lnTo>
                <a:lnTo>
                  <a:pt x="619822" y="3001400"/>
                </a:lnTo>
                <a:cubicBezTo>
                  <a:pt x="873568" y="3061502"/>
                  <a:pt x="1133183" y="3093398"/>
                  <a:pt x="1393941" y="3096473"/>
                </a:cubicBezTo>
                <a:cubicBezTo>
                  <a:pt x="1577585" y="3096473"/>
                  <a:pt x="1825198" y="3068004"/>
                  <a:pt x="1986876" y="2919683"/>
                </a:cubicBezTo>
                <a:cubicBezTo>
                  <a:pt x="2119029" y="2797898"/>
                  <a:pt x="2169993" y="2616714"/>
                  <a:pt x="2160503" y="2417428"/>
                </a:cubicBezTo>
                <a:lnTo>
                  <a:pt x="2401438" y="2417428"/>
                </a:lnTo>
                <a:lnTo>
                  <a:pt x="2536755" y="3060623"/>
                </a:lnTo>
                <a:lnTo>
                  <a:pt x="2953426" y="3060623"/>
                </a:lnTo>
                <a:lnTo>
                  <a:pt x="2815824" y="2417428"/>
                </a:lnTo>
                <a:lnTo>
                  <a:pt x="3082592" y="2417428"/>
                </a:lnTo>
                <a:lnTo>
                  <a:pt x="3489949" y="3060623"/>
                </a:lnTo>
                <a:lnTo>
                  <a:pt x="3845113" y="3060623"/>
                </a:lnTo>
                <a:lnTo>
                  <a:pt x="3850209" y="2417428"/>
                </a:lnTo>
                <a:lnTo>
                  <a:pt x="4040707" y="2417428"/>
                </a:lnTo>
                <a:lnTo>
                  <a:pt x="4220134" y="3060623"/>
                </a:lnTo>
                <a:lnTo>
                  <a:pt x="4643483" y="3060623"/>
                </a:lnTo>
                <a:lnTo>
                  <a:pt x="4458081" y="2417428"/>
                </a:lnTo>
                <a:lnTo>
                  <a:pt x="5392647" y="2417428"/>
                </a:lnTo>
                <a:lnTo>
                  <a:pt x="5392647" y="2419186"/>
                </a:lnTo>
                <a:lnTo>
                  <a:pt x="5484909" y="2419186"/>
                </a:lnTo>
                <a:lnTo>
                  <a:pt x="5676813" y="3062381"/>
                </a:lnTo>
                <a:lnTo>
                  <a:pt x="6096647" y="3062381"/>
                </a:lnTo>
                <a:lnTo>
                  <a:pt x="5902107" y="2417428"/>
                </a:lnTo>
                <a:lnTo>
                  <a:pt x="6603471" y="2417428"/>
                </a:lnTo>
                <a:lnTo>
                  <a:pt x="6294175" y="3062381"/>
                </a:lnTo>
                <a:lnTo>
                  <a:pt x="6758119" y="3062381"/>
                </a:lnTo>
                <a:lnTo>
                  <a:pt x="7076729" y="2417428"/>
                </a:lnTo>
                <a:lnTo>
                  <a:pt x="7132262" y="2417428"/>
                </a:lnTo>
                <a:lnTo>
                  <a:pt x="7325572" y="3062381"/>
                </a:lnTo>
                <a:lnTo>
                  <a:pt x="7709732" y="3062381"/>
                </a:lnTo>
                <a:lnTo>
                  <a:pt x="7273027" y="1606054"/>
                </a:lnTo>
                <a:close/>
              </a:path>
            </a:pathLst>
          </a:custGeom>
        </p:spPr>
      </p:pic>
      <p:sp>
        <p:nvSpPr>
          <p:cNvPr id="7" name="Shape 8">
            <a:extLst>
              <a:ext uri="{FF2B5EF4-FFF2-40B4-BE49-F238E27FC236}">
                <a16:creationId xmlns:a16="http://schemas.microsoft.com/office/drawing/2014/main" id="{FB4B4C31-D5DC-413D-ACD8-70061BC1019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8" name="TextBox 7">
            <a:extLst>
              <a:ext uri="{FF2B5EF4-FFF2-40B4-BE49-F238E27FC236}">
                <a16:creationId xmlns:a16="http://schemas.microsoft.com/office/drawing/2014/main" id="{516CBF43-F8A7-4C4C-A764-38F3B60FD3B7}"/>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9" name="Freeform 19">
            <a:extLst>
              <a:ext uri="{FF2B5EF4-FFF2-40B4-BE49-F238E27FC236}">
                <a16:creationId xmlns:a16="http://schemas.microsoft.com/office/drawing/2014/main" id="{297F94BA-E0EE-4D6A-A572-9F267DD6CE69}"/>
              </a:ext>
              <a:ext uri="{C183D7F6-B498-43B3-948B-1728B52AA6E4}">
                <adec:decorative xmlns:adec="http://schemas.microsoft.com/office/drawing/2017/decorative" val="1"/>
              </a:ext>
            </a:extLst>
          </p:cNvPr>
          <p:cNvSpPr>
            <a:spLocks noEditPoints="1"/>
          </p:cNvSpPr>
          <p:nvPr userDrawn="1"/>
        </p:nvSpPr>
        <p:spPr bwMode="auto">
          <a:xfrm>
            <a:off x="1003201" y="6266997"/>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A7C6D7D-537F-4A3E-B0A0-3B8044951FC8}"/>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3665175-E801-4D1F-AF8F-7B45C85C7C60}"/>
              </a:ext>
              <a:ext uri="{C183D7F6-B498-43B3-948B-1728B52AA6E4}">
                <adec:decorative xmlns:adec="http://schemas.microsoft.com/office/drawing/2017/decorative" val="1"/>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2023 KPMG LLP, a Delaware limited liability partnership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38384132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7_FINAL SLIDE">
    <p:bg>
      <p:bgPr>
        <a:gradFill>
          <a:gsLst>
            <a:gs pos="0">
              <a:srgbClr val="7213EA"/>
            </a:gs>
            <a:gs pos="100000">
              <a:srgbClr val="1F4AE3"/>
            </a:gs>
          </a:gsLst>
          <a:lin ang="0" scaled="0"/>
        </a:gra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85C4F2-66B1-4798-82AE-D4F04D677D09}"/>
              </a:ext>
            </a:extLst>
          </p:cNvPr>
          <p:cNvPicPr>
            <a:picLocks noChangeAspect="1"/>
          </p:cNvPicPr>
          <p:nvPr userDrawn="1"/>
        </p:nvPicPr>
        <p:blipFill rotWithShape="1">
          <a:blip r:embed="rId4"/>
          <a:srcRect t="2612" b="11877"/>
          <a:stretch/>
        </p:blipFill>
        <p:spPr>
          <a:xfrm>
            <a:off x="0" y="0"/>
            <a:ext cx="12192000" cy="6858000"/>
          </a:xfrm>
          <a:prstGeom prst="rect">
            <a:avLst/>
          </a:prstGeom>
        </p:spPr>
      </p:pic>
      <p:sp>
        <p:nvSpPr>
          <p:cNvPr id="2" name="Graphic 6">
            <a:extLst>
              <a:ext uri="{FF2B5EF4-FFF2-40B4-BE49-F238E27FC236}">
                <a16:creationId xmlns:a16="http://schemas.microsoft.com/office/drawing/2014/main" id="{248485D9-C9C0-4687-AA25-7A69FB015CB9}"/>
              </a:ext>
            </a:extLst>
          </p:cNvPr>
          <p:cNvSpPr/>
          <p:nvPr/>
        </p:nvSpPr>
        <p:spPr>
          <a:xfrm>
            <a:off x="2234933" y="1882443"/>
            <a:ext cx="7718488" cy="3099991"/>
          </a:xfrm>
          <a:custGeom>
            <a:avLst/>
            <a:gdLst>
              <a:gd name="connsiteX0" fmla="*/ 6005027 w 7718488"/>
              <a:gd name="connsiteY0" fmla="*/ -77 h 3099991"/>
              <a:gd name="connsiteX1" fmla="*/ 6005027 w 7718488"/>
              <a:gd name="connsiteY1" fmla="*/ 1546752 h 3099991"/>
              <a:gd name="connsiteX2" fmla="*/ 5861992 w 7718488"/>
              <a:gd name="connsiteY2" fmla="*/ 1684334 h 3099991"/>
              <a:gd name="connsiteX3" fmla="*/ 5861992 w 7718488"/>
              <a:gd name="connsiteY3" fmla="*/ -77 h 3099991"/>
              <a:gd name="connsiteX4" fmla="*/ 4148727 w 7718488"/>
              <a:gd name="connsiteY4" fmla="*/ -77 h 3099991"/>
              <a:gd name="connsiteX5" fmla="*/ 4148727 w 7718488"/>
              <a:gd name="connsiteY5" fmla="*/ 1408466 h 3099991"/>
              <a:gd name="connsiteX6" fmla="*/ 4006746 w 7718488"/>
              <a:gd name="connsiteY6" fmla="*/ 1408466 h 3099991"/>
              <a:gd name="connsiteX7" fmla="*/ 4006746 w 7718488"/>
              <a:gd name="connsiteY7" fmla="*/ -77 h 3099991"/>
              <a:gd name="connsiteX8" fmla="*/ 2292953 w 7718488"/>
              <a:gd name="connsiteY8" fmla="*/ -77 h 3099991"/>
              <a:gd name="connsiteX9" fmla="*/ 2292953 w 7718488"/>
              <a:gd name="connsiteY9" fmla="*/ 1410753 h 3099991"/>
              <a:gd name="connsiteX10" fmla="*/ 2151149 w 7718488"/>
              <a:gd name="connsiteY10" fmla="*/ 1410753 h 3099991"/>
              <a:gd name="connsiteX11" fmla="*/ 2151149 w 7718488"/>
              <a:gd name="connsiteY11" fmla="*/ -77 h 3099991"/>
              <a:gd name="connsiteX12" fmla="*/ 437180 w 7718488"/>
              <a:gd name="connsiteY12" fmla="*/ -77 h 3099991"/>
              <a:gd name="connsiteX13" fmla="*/ 437180 w 7718488"/>
              <a:gd name="connsiteY13" fmla="*/ 1607802 h 3099991"/>
              <a:gd name="connsiteX14" fmla="*/ -21 w 7718488"/>
              <a:gd name="connsiteY14" fmla="*/ 3065783 h 3099991"/>
              <a:gd name="connsiteX15" fmla="*/ 384575 w 7718488"/>
              <a:gd name="connsiteY15" fmla="*/ 3065783 h 3099991"/>
              <a:gd name="connsiteX16" fmla="*/ 578105 w 7718488"/>
              <a:gd name="connsiteY16" fmla="*/ 2420098 h 3099991"/>
              <a:gd name="connsiteX17" fmla="*/ 633701 w 7718488"/>
              <a:gd name="connsiteY17" fmla="*/ 2420098 h 3099991"/>
              <a:gd name="connsiteX18" fmla="*/ 952673 w 7718488"/>
              <a:gd name="connsiteY18" fmla="*/ 3065783 h 3099991"/>
              <a:gd name="connsiteX19" fmla="*/ 1417144 w 7718488"/>
              <a:gd name="connsiteY19" fmla="*/ 3065783 h 3099991"/>
              <a:gd name="connsiteX20" fmla="*/ 1107496 w 7718488"/>
              <a:gd name="connsiteY20" fmla="*/ 2420098 h 3099991"/>
              <a:gd name="connsiteX21" fmla="*/ 1809657 w 7718488"/>
              <a:gd name="connsiteY21" fmla="*/ 2420098 h 3099991"/>
              <a:gd name="connsiteX22" fmla="*/ 1614896 w 7718488"/>
              <a:gd name="connsiteY22" fmla="*/ 3065783 h 3099991"/>
              <a:gd name="connsiteX23" fmla="*/ 2035207 w 7718488"/>
              <a:gd name="connsiteY23" fmla="*/ 3065783 h 3099991"/>
              <a:gd name="connsiteX24" fmla="*/ 2227329 w 7718488"/>
              <a:gd name="connsiteY24" fmla="*/ 2421857 h 3099991"/>
              <a:gd name="connsiteX25" fmla="*/ 2319696 w 7718488"/>
              <a:gd name="connsiteY25" fmla="*/ 2421857 h 3099991"/>
              <a:gd name="connsiteX26" fmla="*/ 2319696 w 7718488"/>
              <a:gd name="connsiteY26" fmla="*/ 2420098 h 3099991"/>
              <a:gd name="connsiteX27" fmla="*/ 3255324 w 7718488"/>
              <a:gd name="connsiteY27" fmla="*/ 2420098 h 3099991"/>
              <a:gd name="connsiteX28" fmla="*/ 3069711 w 7718488"/>
              <a:gd name="connsiteY28" fmla="*/ 3064024 h 3099991"/>
              <a:gd name="connsiteX29" fmla="*/ 3493541 w 7718488"/>
              <a:gd name="connsiteY29" fmla="*/ 3064024 h 3099991"/>
              <a:gd name="connsiteX30" fmla="*/ 3673172 w 7718488"/>
              <a:gd name="connsiteY30" fmla="*/ 2420098 h 3099991"/>
              <a:gd name="connsiteX31" fmla="*/ 3863886 w 7718488"/>
              <a:gd name="connsiteY31" fmla="*/ 2420098 h 3099991"/>
              <a:gd name="connsiteX32" fmla="*/ 3868988 w 7718488"/>
              <a:gd name="connsiteY32" fmla="*/ 3064024 h 3099991"/>
              <a:gd name="connsiteX33" fmla="*/ 4224555 w 7718488"/>
              <a:gd name="connsiteY33" fmla="*/ 3064024 h 3099991"/>
              <a:gd name="connsiteX34" fmla="*/ 4632375 w 7718488"/>
              <a:gd name="connsiteY34" fmla="*/ 2420098 h 3099991"/>
              <a:gd name="connsiteX35" fmla="*/ 4899445 w 7718488"/>
              <a:gd name="connsiteY35" fmla="*/ 2420098 h 3099991"/>
              <a:gd name="connsiteX36" fmla="*/ 4761688 w 7718488"/>
              <a:gd name="connsiteY36" fmla="*/ 3064024 h 3099991"/>
              <a:gd name="connsiteX37" fmla="*/ 5178832 w 7718488"/>
              <a:gd name="connsiteY37" fmla="*/ 3064024 h 3099991"/>
              <a:gd name="connsiteX38" fmla="*/ 5314303 w 7718488"/>
              <a:gd name="connsiteY38" fmla="*/ 2420098 h 3099991"/>
              <a:gd name="connsiteX39" fmla="*/ 5555511 w 7718488"/>
              <a:gd name="connsiteY39" fmla="*/ 2420098 h 3099991"/>
              <a:gd name="connsiteX40" fmla="*/ 5729336 w 7718488"/>
              <a:gd name="connsiteY40" fmla="*/ 2922923 h 3099991"/>
              <a:gd name="connsiteX41" fmla="*/ 6322944 w 7718488"/>
              <a:gd name="connsiteY41" fmla="*/ 3099914 h 3099991"/>
              <a:gd name="connsiteX42" fmla="*/ 7097942 w 7718488"/>
              <a:gd name="connsiteY42" fmla="*/ 3004733 h 3099991"/>
              <a:gd name="connsiteX43" fmla="*/ 7242385 w 7718488"/>
              <a:gd name="connsiteY43" fmla="*/ 2420098 h 3099991"/>
              <a:gd name="connsiteX44" fmla="*/ 7718468 w 7718488"/>
              <a:gd name="connsiteY44" fmla="*/ 2420098 h 3099991"/>
              <a:gd name="connsiteX45" fmla="*/ 7718468 w 7718488"/>
              <a:gd name="connsiteY45" fmla="*/ -77 h 3099991"/>
              <a:gd name="connsiteX46" fmla="*/ 2089395 w 7718488"/>
              <a:gd name="connsiteY46" fmla="*/ 1492915 h 3099991"/>
              <a:gd name="connsiteX47" fmla="*/ 2064413 w 7718488"/>
              <a:gd name="connsiteY47" fmla="*/ 1575429 h 3099991"/>
              <a:gd name="connsiteX48" fmla="*/ 1836575 w 7718488"/>
              <a:gd name="connsiteY48" fmla="*/ 2333889 h 3099991"/>
              <a:gd name="connsiteX49" fmla="*/ 1827603 w 7718488"/>
              <a:gd name="connsiteY49" fmla="*/ 2360808 h 3099991"/>
              <a:gd name="connsiteX50" fmla="*/ 1078291 w 7718488"/>
              <a:gd name="connsiteY50" fmla="*/ 2360808 h 3099991"/>
              <a:gd name="connsiteX51" fmla="*/ 1019704 w 7718488"/>
              <a:gd name="connsiteY51" fmla="*/ 2237652 h 3099991"/>
              <a:gd name="connsiteX52" fmla="*/ 1827603 w 7718488"/>
              <a:gd name="connsiteY52" fmla="*/ 1411985 h 3099991"/>
              <a:gd name="connsiteX53" fmla="*/ 1308591 w 7718488"/>
              <a:gd name="connsiteY53" fmla="*/ 1411985 h 3099991"/>
              <a:gd name="connsiteX54" fmla="*/ 676805 w 7718488"/>
              <a:gd name="connsiteY54" fmla="*/ 2091274 h 3099991"/>
              <a:gd name="connsiteX55" fmla="*/ 881419 w 7718488"/>
              <a:gd name="connsiteY55" fmla="*/ 1410753 h 3099991"/>
              <a:gd name="connsiteX56" fmla="*/ 498582 w 7718488"/>
              <a:gd name="connsiteY56" fmla="*/ 1410753 h 3099991"/>
              <a:gd name="connsiteX57" fmla="*/ 498582 w 7718488"/>
              <a:gd name="connsiteY57" fmla="*/ 60972 h 3099991"/>
              <a:gd name="connsiteX58" fmla="*/ 2089395 w 7718488"/>
              <a:gd name="connsiteY58" fmla="*/ 60972 h 3099991"/>
              <a:gd name="connsiteX59" fmla="*/ 2531874 w 7718488"/>
              <a:gd name="connsiteY59" fmla="*/ 2133498 h 3099991"/>
              <a:gd name="connsiteX60" fmla="*/ 2531874 w 7718488"/>
              <a:gd name="connsiteY60" fmla="*/ 2133498 h 3099991"/>
              <a:gd name="connsiteX61" fmla="*/ 2483140 w 7718488"/>
              <a:gd name="connsiteY61" fmla="*/ 2135786 h 3099991"/>
              <a:gd name="connsiteX62" fmla="*/ 2424554 w 7718488"/>
              <a:gd name="connsiteY62" fmla="*/ 2135786 h 3099991"/>
              <a:gd name="connsiteX63" fmla="*/ 2322863 w 7718488"/>
              <a:gd name="connsiteY63" fmla="*/ 2135786 h 3099991"/>
              <a:gd name="connsiteX64" fmla="*/ 2369838 w 7718488"/>
              <a:gd name="connsiteY64" fmla="*/ 1961609 h 3099991"/>
              <a:gd name="connsiteX65" fmla="*/ 2392005 w 7718488"/>
              <a:gd name="connsiteY65" fmla="*/ 1874872 h 3099991"/>
              <a:gd name="connsiteX66" fmla="*/ 2445666 w 7718488"/>
              <a:gd name="connsiteY66" fmla="*/ 1672546 h 3099991"/>
              <a:gd name="connsiteX67" fmla="*/ 2514633 w 7718488"/>
              <a:gd name="connsiteY67" fmla="*/ 1671491 h 3099991"/>
              <a:gd name="connsiteX68" fmla="*/ 2593452 w 7718488"/>
              <a:gd name="connsiteY68" fmla="*/ 1671491 h 3099991"/>
              <a:gd name="connsiteX69" fmla="*/ 2844337 w 7718488"/>
              <a:gd name="connsiteY69" fmla="*/ 1722512 h 3099991"/>
              <a:gd name="connsiteX70" fmla="*/ 2837124 w 7718488"/>
              <a:gd name="connsiteY70" fmla="*/ 1896688 h 3099991"/>
              <a:gd name="connsiteX71" fmla="*/ 2532402 w 7718488"/>
              <a:gd name="connsiteY71" fmla="*/ 2133498 h 3099991"/>
              <a:gd name="connsiteX72" fmla="*/ 3690941 w 7718488"/>
              <a:gd name="connsiteY72" fmla="*/ 2359928 h 3099991"/>
              <a:gd name="connsiteX73" fmla="*/ 3858432 w 7718488"/>
              <a:gd name="connsiteY73" fmla="*/ 1764736 h 3099991"/>
              <a:gd name="connsiteX74" fmla="*/ 3864414 w 7718488"/>
              <a:gd name="connsiteY74" fmla="*/ 2359928 h 3099991"/>
              <a:gd name="connsiteX75" fmla="*/ 3944641 w 7718488"/>
              <a:gd name="connsiteY75" fmla="*/ 1408466 h 3099991"/>
              <a:gd name="connsiteX76" fmla="*/ 3546674 w 7718488"/>
              <a:gd name="connsiteY76" fmla="*/ 1408466 h 3099991"/>
              <a:gd name="connsiteX77" fmla="*/ 3273445 w 7718488"/>
              <a:gd name="connsiteY77" fmla="*/ 2359928 h 3099991"/>
              <a:gd name="connsiteX78" fmla="*/ 2851198 w 7718488"/>
              <a:gd name="connsiteY78" fmla="*/ 2359928 h 3099991"/>
              <a:gd name="connsiteX79" fmla="*/ 3238258 w 7718488"/>
              <a:gd name="connsiteY79" fmla="*/ 1902494 h 3099991"/>
              <a:gd name="connsiteX80" fmla="*/ 3184421 w 7718488"/>
              <a:gd name="connsiteY80" fmla="*/ 1525287 h 3099991"/>
              <a:gd name="connsiteX81" fmla="*/ 2671040 w 7718488"/>
              <a:gd name="connsiteY81" fmla="*/ 1407938 h 3099991"/>
              <a:gd name="connsiteX82" fmla="*/ 2354355 w 7718488"/>
              <a:gd name="connsiteY82" fmla="*/ 1407938 h 3099991"/>
              <a:gd name="connsiteX83" fmla="*/ 2354355 w 7718488"/>
              <a:gd name="connsiteY83" fmla="*/ 60972 h 3099991"/>
              <a:gd name="connsiteX84" fmla="*/ 3944641 w 7718488"/>
              <a:gd name="connsiteY84" fmla="*/ 60972 h 3099991"/>
              <a:gd name="connsiteX85" fmla="*/ 4912289 w 7718488"/>
              <a:gd name="connsiteY85" fmla="*/ 2359928 h 3099991"/>
              <a:gd name="connsiteX86" fmla="*/ 4672136 w 7718488"/>
              <a:gd name="connsiteY86" fmla="*/ 2359928 h 3099991"/>
              <a:gd name="connsiteX87" fmla="*/ 5035444 w 7718488"/>
              <a:gd name="connsiteY87" fmla="*/ 1789543 h 3099991"/>
              <a:gd name="connsiteX88" fmla="*/ 5801470 w 7718488"/>
              <a:gd name="connsiteY88" fmla="*/ 1435208 h 3099991"/>
              <a:gd name="connsiteX89" fmla="*/ 5800414 w 7718488"/>
              <a:gd name="connsiteY89" fmla="*/ 1764736 h 3099991"/>
              <a:gd name="connsiteX90" fmla="*/ 5588235 w 7718488"/>
              <a:gd name="connsiteY90" fmla="*/ 2220411 h 3099991"/>
              <a:gd name="connsiteX91" fmla="*/ 5563076 w 7718488"/>
              <a:gd name="connsiteY91" fmla="*/ 2359928 h 3099991"/>
              <a:gd name="connsiteX92" fmla="*/ 5329081 w 7718488"/>
              <a:gd name="connsiteY92" fmla="*/ 2359928 h 3099991"/>
              <a:gd name="connsiteX93" fmla="*/ 5528065 w 7718488"/>
              <a:gd name="connsiteY93" fmla="*/ 1410753 h 3099991"/>
              <a:gd name="connsiteX94" fmla="*/ 4854758 w 7718488"/>
              <a:gd name="connsiteY94" fmla="*/ 1410753 h 3099991"/>
              <a:gd name="connsiteX95" fmla="*/ 4252177 w 7718488"/>
              <a:gd name="connsiteY95" fmla="*/ 2360808 h 3099991"/>
              <a:gd name="connsiteX96" fmla="*/ 4208545 w 7718488"/>
              <a:gd name="connsiteY96" fmla="*/ 2360808 h 3099991"/>
              <a:gd name="connsiteX97" fmla="*/ 4208545 w 7718488"/>
              <a:gd name="connsiteY97" fmla="*/ 60972 h 3099991"/>
              <a:gd name="connsiteX98" fmla="*/ 5800766 w 7718488"/>
              <a:gd name="connsiteY98" fmla="*/ 60972 h 3099991"/>
              <a:gd name="connsiteX99" fmla="*/ 6718976 w 7718488"/>
              <a:gd name="connsiteY99" fmla="*/ 2748219 h 3099991"/>
              <a:gd name="connsiteX100" fmla="*/ 6451201 w 7718488"/>
              <a:gd name="connsiteY100" fmla="*/ 2775840 h 3099991"/>
              <a:gd name="connsiteX101" fmla="*/ 6058512 w 7718488"/>
              <a:gd name="connsiteY101" fmla="*/ 2420098 h 3099991"/>
              <a:gd name="connsiteX102" fmla="*/ 6800434 w 7718488"/>
              <a:gd name="connsiteY102" fmla="*/ 2420098 h 3099991"/>
              <a:gd name="connsiteX103" fmla="*/ 7658650 w 7718488"/>
              <a:gd name="connsiteY103" fmla="*/ 2359928 h 3099991"/>
              <a:gd name="connsiteX104" fmla="*/ 7256988 w 7718488"/>
              <a:gd name="connsiteY104" fmla="*/ 2359928 h 3099991"/>
              <a:gd name="connsiteX105" fmla="*/ 7322612 w 7718488"/>
              <a:gd name="connsiteY105" fmla="*/ 2094616 h 3099991"/>
              <a:gd name="connsiteX106" fmla="*/ 6519816 w 7718488"/>
              <a:gd name="connsiteY106" fmla="*/ 2094616 h 3099991"/>
              <a:gd name="connsiteX107" fmla="*/ 6453664 w 7718488"/>
              <a:gd name="connsiteY107" fmla="*/ 2359928 h 3099991"/>
              <a:gd name="connsiteX108" fmla="*/ 6065374 w 7718488"/>
              <a:gd name="connsiteY108" fmla="*/ 2359928 h 3099991"/>
              <a:gd name="connsiteX109" fmla="*/ 6065374 w 7718488"/>
              <a:gd name="connsiteY109" fmla="*/ 2305388 h 3099991"/>
              <a:gd name="connsiteX110" fmla="*/ 6084023 w 7718488"/>
              <a:gd name="connsiteY110" fmla="*/ 2210734 h 3099991"/>
              <a:gd name="connsiteX111" fmla="*/ 6667251 w 7718488"/>
              <a:gd name="connsiteY111" fmla="*/ 1642109 h 3099991"/>
              <a:gd name="connsiteX112" fmla="*/ 6905996 w 7718488"/>
              <a:gd name="connsiteY112" fmla="*/ 1868715 h 3099991"/>
              <a:gd name="connsiteX113" fmla="*/ 7383838 w 7718488"/>
              <a:gd name="connsiteY113" fmla="*/ 1868715 h 3099991"/>
              <a:gd name="connsiteX114" fmla="*/ 7344253 w 7718488"/>
              <a:gd name="connsiteY114" fmla="*/ 1514555 h 3099991"/>
              <a:gd name="connsiteX115" fmla="*/ 6770877 w 7718488"/>
              <a:gd name="connsiteY115" fmla="*/ 1316979 h 3099991"/>
              <a:gd name="connsiteX116" fmla="*/ 6065374 w 7718488"/>
              <a:gd name="connsiteY116" fmla="*/ 1503295 h 3099991"/>
              <a:gd name="connsiteX117" fmla="*/ 6065374 w 7718488"/>
              <a:gd name="connsiteY117" fmla="*/ 60621 h 3099991"/>
              <a:gd name="connsiteX118" fmla="*/ 7657946 w 7718488"/>
              <a:gd name="connsiteY118" fmla="*/ 60621 h 3099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7718488" h="3099991">
                <a:moveTo>
                  <a:pt x="6005027" y="-77"/>
                </a:moveTo>
                <a:lnTo>
                  <a:pt x="6005027" y="1546752"/>
                </a:lnTo>
                <a:cubicBezTo>
                  <a:pt x="5953197" y="1588097"/>
                  <a:pt x="5905324" y="1634157"/>
                  <a:pt x="5861992" y="1684334"/>
                </a:cubicBezTo>
                <a:lnTo>
                  <a:pt x="5861992" y="-77"/>
                </a:lnTo>
                <a:lnTo>
                  <a:pt x="4148727" y="-77"/>
                </a:lnTo>
                <a:lnTo>
                  <a:pt x="4148727" y="1408466"/>
                </a:lnTo>
                <a:lnTo>
                  <a:pt x="4006746" y="1408466"/>
                </a:lnTo>
                <a:lnTo>
                  <a:pt x="4006746" y="-77"/>
                </a:lnTo>
                <a:lnTo>
                  <a:pt x="2292953" y="-77"/>
                </a:lnTo>
                <a:lnTo>
                  <a:pt x="2292953" y="1410753"/>
                </a:lnTo>
                <a:lnTo>
                  <a:pt x="2151149" y="1410753"/>
                </a:lnTo>
                <a:lnTo>
                  <a:pt x="2151149" y="-77"/>
                </a:lnTo>
                <a:lnTo>
                  <a:pt x="437180" y="-77"/>
                </a:lnTo>
                <a:lnTo>
                  <a:pt x="437180" y="1607802"/>
                </a:lnTo>
                <a:lnTo>
                  <a:pt x="-21" y="3065783"/>
                </a:lnTo>
                <a:lnTo>
                  <a:pt x="384575" y="3065783"/>
                </a:lnTo>
                <a:lnTo>
                  <a:pt x="578105" y="2420098"/>
                </a:lnTo>
                <a:lnTo>
                  <a:pt x="633701" y="2420098"/>
                </a:lnTo>
                <a:lnTo>
                  <a:pt x="952673" y="3065783"/>
                </a:lnTo>
                <a:lnTo>
                  <a:pt x="1417144" y="3065783"/>
                </a:lnTo>
                <a:lnTo>
                  <a:pt x="1107496" y="2420098"/>
                </a:lnTo>
                <a:lnTo>
                  <a:pt x="1809657" y="2420098"/>
                </a:lnTo>
                <a:lnTo>
                  <a:pt x="1614896" y="3065783"/>
                </a:lnTo>
                <a:lnTo>
                  <a:pt x="2035207" y="3065783"/>
                </a:lnTo>
                <a:lnTo>
                  <a:pt x="2227329" y="2421857"/>
                </a:lnTo>
                <a:lnTo>
                  <a:pt x="2319696" y="2421857"/>
                </a:lnTo>
                <a:lnTo>
                  <a:pt x="2319696" y="2420098"/>
                </a:lnTo>
                <a:lnTo>
                  <a:pt x="3255324" y="2420098"/>
                </a:lnTo>
                <a:lnTo>
                  <a:pt x="3069711" y="3064024"/>
                </a:lnTo>
                <a:lnTo>
                  <a:pt x="3493541" y="3064024"/>
                </a:lnTo>
                <a:lnTo>
                  <a:pt x="3673172" y="2420098"/>
                </a:lnTo>
                <a:lnTo>
                  <a:pt x="3863886" y="2420098"/>
                </a:lnTo>
                <a:lnTo>
                  <a:pt x="3868988" y="3064024"/>
                </a:lnTo>
                <a:lnTo>
                  <a:pt x="4224555" y="3064024"/>
                </a:lnTo>
                <a:lnTo>
                  <a:pt x="4632375" y="2420098"/>
                </a:lnTo>
                <a:lnTo>
                  <a:pt x="4899445" y="2420098"/>
                </a:lnTo>
                <a:lnTo>
                  <a:pt x="4761688" y="3064024"/>
                </a:lnTo>
                <a:lnTo>
                  <a:pt x="5178832" y="3064024"/>
                </a:lnTo>
                <a:lnTo>
                  <a:pt x="5314303" y="2420098"/>
                </a:lnTo>
                <a:lnTo>
                  <a:pt x="5555511" y="2420098"/>
                </a:lnTo>
                <a:cubicBezTo>
                  <a:pt x="5546010" y="2619609"/>
                  <a:pt x="5597032" y="2800999"/>
                  <a:pt x="5729336" y="2922923"/>
                </a:cubicBezTo>
                <a:cubicBezTo>
                  <a:pt x="5891197" y="3071413"/>
                  <a:pt x="6139091" y="3099914"/>
                  <a:pt x="6322944" y="3099914"/>
                </a:cubicBezTo>
                <a:cubicBezTo>
                  <a:pt x="6583998" y="3096836"/>
                  <a:pt x="6843908" y="3064903"/>
                  <a:pt x="7097942" y="3004733"/>
                </a:cubicBezTo>
                <a:lnTo>
                  <a:pt x="7242385" y="2420098"/>
                </a:lnTo>
                <a:lnTo>
                  <a:pt x="7718468" y="2420098"/>
                </a:lnTo>
                <a:lnTo>
                  <a:pt x="7718468" y="-77"/>
                </a:lnTo>
                <a:close/>
                <a:moveTo>
                  <a:pt x="2089395" y="1492915"/>
                </a:moveTo>
                <a:lnTo>
                  <a:pt x="2064413" y="1575429"/>
                </a:lnTo>
                <a:lnTo>
                  <a:pt x="1836575" y="2333889"/>
                </a:lnTo>
                <a:lnTo>
                  <a:pt x="1827603" y="2360808"/>
                </a:lnTo>
                <a:lnTo>
                  <a:pt x="1078291" y="2360808"/>
                </a:lnTo>
                <a:lnTo>
                  <a:pt x="1019704" y="2237652"/>
                </a:lnTo>
                <a:lnTo>
                  <a:pt x="1827603" y="1411985"/>
                </a:lnTo>
                <a:lnTo>
                  <a:pt x="1308591" y="1411985"/>
                </a:lnTo>
                <a:lnTo>
                  <a:pt x="676805" y="2091274"/>
                </a:lnTo>
                <a:lnTo>
                  <a:pt x="881419" y="1410753"/>
                </a:lnTo>
                <a:lnTo>
                  <a:pt x="498582" y="1410753"/>
                </a:lnTo>
                <a:lnTo>
                  <a:pt x="498582" y="60972"/>
                </a:lnTo>
                <a:lnTo>
                  <a:pt x="2089395" y="60972"/>
                </a:lnTo>
                <a:close/>
                <a:moveTo>
                  <a:pt x="2531874" y="2133498"/>
                </a:moveTo>
                <a:lnTo>
                  <a:pt x="2531874" y="2133498"/>
                </a:lnTo>
                <a:cubicBezTo>
                  <a:pt x="2516568" y="2133498"/>
                  <a:pt x="2500910" y="2135786"/>
                  <a:pt x="2483140" y="2135786"/>
                </a:cubicBezTo>
                <a:cubicBezTo>
                  <a:pt x="2459741" y="2135786"/>
                  <a:pt x="2441795" y="2135786"/>
                  <a:pt x="2424554" y="2135786"/>
                </a:cubicBezTo>
                <a:lnTo>
                  <a:pt x="2322863" y="2135786"/>
                </a:lnTo>
                <a:lnTo>
                  <a:pt x="2369838" y="1961609"/>
                </a:lnTo>
                <a:lnTo>
                  <a:pt x="2392005" y="1874872"/>
                </a:lnTo>
                <a:lnTo>
                  <a:pt x="2445666" y="1672546"/>
                </a:lnTo>
                <a:cubicBezTo>
                  <a:pt x="2469417" y="1672546"/>
                  <a:pt x="2492465" y="1671491"/>
                  <a:pt x="2514633" y="1671491"/>
                </a:cubicBezTo>
                <a:lnTo>
                  <a:pt x="2593452" y="1671491"/>
                </a:lnTo>
                <a:cubicBezTo>
                  <a:pt x="2728219" y="1671491"/>
                  <a:pt x="2813372" y="1679231"/>
                  <a:pt x="2844337" y="1722512"/>
                </a:cubicBezTo>
                <a:cubicBezTo>
                  <a:pt x="2867912" y="1755060"/>
                  <a:pt x="2865097" y="1811360"/>
                  <a:pt x="2837124" y="1896688"/>
                </a:cubicBezTo>
                <a:cubicBezTo>
                  <a:pt x="2788917" y="2043771"/>
                  <a:pt x="2728219" y="2118544"/>
                  <a:pt x="2532402" y="2133498"/>
                </a:cubicBezTo>
                <a:moveTo>
                  <a:pt x="3690941" y="2359928"/>
                </a:moveTo>
                <a:lnTo>
                  <a:pt x="3858432" y="1764736"/>
                </a:lnTo>
                <a:lnTo>
                  <a:pt x="3864414" y="2359928"/>
                </a:lnTo>
                <a:close/>
                <a:moveTo>
                  <a:pt x="3944641" y="1408466"/>
                </a:moveTo>
                <a:lnTo>
                  <a:pt x="3546674" y="1408466"/>
                </a:lnTo>
                <a:lnTo>
                  <a:pt x="3273445" y="2359928"/>
                </a:lnTo>
                <a:lnTo>
                  <a:pt x="2851198" y="2359928"/>
                </a:lnTo>
                <a:cubicBezTo>
                  <a:pt x="3066368" y="2280229"/>
                  <a:pt x="3197265" y="2128220"/>
                  <a:pt x="3238258" y="1902494"/>
                </a:cubicBezTo>
                <a:cubicBezTo>
                  <a:pt x="3271685" y="1726558"/>
                  <a:pt x="3255851" y="1611672"/>
                  <a:pt x="3184421" y="1525287"/>
                </a:cubicBezTo>
                <a:cubicBezTo>
                  <a:pt x="3077100" y="1396854"/>
                  <a:pt x="2861931" y="1407938"/>
                  <a:pt x="2671040" y="1407938"/>
                </a:cubicBezTo>
                <a:lnTo>
                  <a:pt x="2354355" y="1407938"/>
                </a:lnTo>
                <a:lnTo>
                  <a:pt x="2354355" y="60972"/>
                </a:lnTo>
                <a:lnTo>
                  <a:pt x="3944641" y="60972"/>
                </a:lnTo>
                <a:close/>
                <a:moveTo>
                  <a:pt x="4912289" y="2359928"/>
                </a:moveTo>
                <a:lnTo>
                  <a:pt x="4672136" y="2359928"/>
                </a:lnTo>
                <a:lnTo>
                  <a:pt x="5035444" y="1789543"/>
                </a:lnTo>
                <a:close/>
                <a:moveTo>
                  <a:pt x="5801470" y="1435208"/>
                </a:moveTo>
                <a:lnTo>
                  <a:pt x="5800414" y="1764736"/>
                </a:lnTo>
                <a:cubicBezTo>
                  <a:pt x="5701327" y="1901738"/>
                  <a:pt x="5629298" y="2056403"/>
                  <a:pt x="5588235" y="2220411"/>
                </a:cubicBezTo>
                <a:cubicBezTo>
                  <a:pt x="5576254" y="2266189"/>
                  <a:pt x="5567844" y="2312847"/>
                  <a:pt x="5563076" y="2359928"/>
                </a:cubicBezTo>
                <a:lnTo>
                  <a:pt x="5329081" y="2359928"/>
                </a:lnTo>
                <a:lnTo>
                  <a:pt x="5528065" y="1410753"/>
                </a:lnTo>
                <a:lnTo>
                  <a:pt x="4854758" y="1410753"/>
                </a:lnTo>
                <a:lnTo>
                  <a:pt x="4252177" y="2360808"/>
                </a:lnTo>
                <a:lnTo>
                  <a:pt x="4208545" y="2360808"/>
                </a:lnTo>
                <a:lnTo>
                  <a:pt x="4208545" y="60972"/>
                </a:lnTo>
                <a:lnTo>
                  <a:pt x="5800766" y="60972"/>
                </a:lnTo>
                <a:close/>
                <a:moveTo>
                  <a:pt x="6718976" y="2748219"/>
                </a:moveTo>
                <a:cubicBezTo>
                  <a:pt x="6630709" y="2765355"/>
                  <a:pt x="6541104" y="2774591"/>
                  <a:pt x="6451201" y="2775840"/>
                </a:cubicBezTo>
                <a:cubicBezTo>
                  <a:pt x="6221605" y="2775840"/>
                  <a:pt x="6061855" y="2669047"/>
                  <a:pt x="6058512" y="2420098"/>
                </a:cubicBezTo>
                <a:lnTo>
                  <a:pt x="6800434" y="2420098"/>
                </a:lnTo>
                <a:close/>
                <a:moveTo>
                  <a:pt x="7658650" y="2359928"/>
                </a:moveTo>
                <a:lnTo>
                  <a:pt x="7256988" y="2359928"/>
                </a:lnTo>
                <a:lnTo>
                  <a:pt x="7322612" y="2094616"/>
                </a:lnTo>
                <a:lnTo>
                  <a:pt x="6519816" y="2094616"/>
                </a:lnTo>
                <a:lnTo>
                  <a:pt x="6453664" y="2359928"/>
                </a:lnTo>
                <a:lnTo>
                  <a:pt x="6065374" y="2359928"/>
                </a:lnTo>
                <a:lnTo>
                  <a:pt x="6065374" y="2305388"/>
                </a:lnTo>
                <a:cubicBezTo>
                  <a:pt x="6071355" y="2275479"/>
                  <a:pt x="6076458" y="2244162"/>
                  <a:pt x="6084023" y="2210734"/>
                </a:cubicBezTo>
                <a:cubicBezTo>
                  <a:pt x="6154397" y="1924662"/>
                  <a:pt x="6342648" y="1642109"/>
                  <a:pt x="6667251" y="1642109"/>
                </a:cubicBezTo>
                <a:cubicBezTo>
                  <a:pt x="6795684" y="1642109"/>
                  <a:pt x="6923413" y="1691019"/>
                  <a:pt x="6905996" y="1868715"/>
                </a:cubicBezTo>
                <a:lnTo>
                  <a:pt x="7383838" y="1868715"/>
                </a:lnTo>
                <a:cubicBezTo>
                  <a:pt x="7402839" y="1785849"/>
                  <a:pt x="7434332" y="1644572"/>
                  <a:pt x="7344253" y="1514555"/>
                </a:cubicBezTo>
                <a:cubicBezTo>
                  <a:pt x="7242385" y="1373807"/>
                  <a:pt x="7037244" y="1316979"/>
                  <a:pt x="6770877" y="1316979"/>
                </a:cubicBezTo>
                <a:cubicBezTo>
                  <a:pt x="6581570" y="1316979"/>
                  <a:pt x="6304647" y="1347240"/>
                  <a:pt x="6065374" y="1503295"/>
                </a:cubicBezTo>
                <a:lnTo>
                  <a:pt x="6065374" y="60621"/>
                </a:lnTo>
                <a:lnTo>
                  <a:pt x="7657946" y="60621"/>
                </a:lnTo>
                <a:close/>
              </a:path>
            </a:pathLst>
          </a:custGeom>
          <a:solidFill>
            <a:srgbClr val="4835F3"/>
          </a:solidFill>
          <a:ln w="17575" cap="flat">
            <a:noFill/>
            <a:prstDash val="solid"/>
            <a:miter/>
          </a:ln>
        </p:spPr>
        <p:txBody>
          <a:bodyPr rtlCol="0" anchor="ctr"/>
          <a:lstStyle/>
          <a:p>
            <a:endParaRPr lang="en-GB"/>
          </a:p>
        </p:txBody>
      </p:sp>
      <p:sp>
        <p:nvSpPr>
          <p:cNvPr id="6" name="Shape 8">
            <a:extLst>
              <a:ext uri="{FF2B5EF4-FFF2-40B4-BE49-F238E27FC236}">
                <a16:creationId xmlns:a16="http://schemas.microsoft.com/office/drawing/2014/main" id="{10DA7EC7-B966-4F26-A629-BC231114FE9A}"/>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7" name="TextBox 6">
            <a:extLst>
              <a:ext uri="{FF2B5EF4-FFF2-40B4-BE49-F238E27FC236}">
                <a16:creationId xmlns:a16="http://schemas.microsoft.com/office/drawing/2014/main" id="{9465B88E-59B6-4300-A6A5-FE6907AB6F32}"/>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8" name="Freeform 19">
            <a:extLst>
              <a:ext uri="{FF2B5EF4-FFF2-40B4-BE49-F238E27FC236}">
                <a16:creationId xmlns:a16="http://schemas.microsoft.com/office/drawing/2014/main" id="{173A96F6-37E6-4BFF-B84F-D4B64D629A0C}"/>
              </a:ext>
              <a:ext uri="{C183D7F6-B498-43B3-948B-1728B52AA6E4}">
                <adec:decorative xmlns:adec="http://schemas.microsoft.com/office/drawing/2017/decorative" val="1"/>
              </a:ext>
            </a:extLst>
          </p:cNvPr>
          <p:cNvSpPr>
            <a:spLocks noEditPoints="1"/>
          </p:cNvSpPr>
          <p:nvPr userDrawn="1"/>
        </p:nvSpPr>
        <p:spPr bwMode="auto">
          <a:xfrm>
            <a:off x="1003201" y="6266997"/>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cxnSp>
        <p:nvCxnSpPr>
          <p:cNvPr id="10" name="Straight Connector 9">
            <a:extLst>
              <a:ext uri="{FF2B5EF4-FFF2-40B4-BE49-F238E27FC236}">
                <a16:creationId xmlns:a16="http://schemas.microsoft.com/office/drawing/2014/main" id="{4336DF39-CB75-4B94-99A7-6AC992AC2597}"/>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88C5465-2D92-4957-A326-07623920ACA0}"/>
              </a:ext>
              <a:ext uri="{C183D7F6-B498-43B3-948B-1728B52AA6E4}">
                <adec:decorative xmlns:adec="http://schemas.microsoft.com/office/drawing/2017/decorative" val="1"/>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2023 KPMG LLP, a Delaware limited liability partnership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402119733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One Column Text w/ supertitle">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4" y="1330126"/>
            <a:ext cx="10204704" cy="45467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a:xfrm>
            <a:off x="995364" y="431800"/>
            <a:ext cx="10204704" cy="533400"/>
          </a:xfrm>
        </p:spPr>
        <p:txBody>
          <a:bodyPr/>
          <a:lstStyle/>
          <a:p>
            <a:r>
              <a:rPr lang="en-US"/>
              <a:t>Click to edit Master title style</a:t>
            </a:r>
            <a:endParaRPr lang="en-GB"/>
          </a:p>
        </p:txBody>
      </p:sp>
      <p:sp>
        <p:nvSpPr>
          <p:cNvPr id="4" name="Text Placeholder 3"/>
          <p:cNvSpPr>
            <a:spLocks noGrp="1"/>
          </p:cNvSpPr>
          <p:nvPr>
            <p:ph type="body" sz="quarter" idx="11"/>
          </p:nvPr>
        </p:nvSpPr>
        <p:spPr>
          <a:xfrm>
            <a:off x="993648" y="189259"/>
            <a:ext cx="10204704" cy="184666"/>
          </a:xfrm>
        </p:spPr>
        <p:txBody>
          <a:bodyPr>
            <a:noAutofit/>
          </a:bodyPr>
          <a:lstStyle>
            <a:lvl1pPr>
              <a:defRPr sz="1200"/>
            </a:lvl1pPr>
          </a:lstStyle>
          <a:p>
            <a:pPr lvl="0"/>
            <a:r>
              <a:rPr lang="en-US"/>
              <a:t>Edit Master text styles</a:t>
            </a:r>
          </a:p>
        </p:txBody>
      </p:sp>
    </p:spTree>
    <p:extLst>
      <p:ext uri="{BB962C8B-B14F-4D97-AF65-F5344CB8AC3E}">
        <p14:creationId xmlns:p14="http://schemas.microsoft.com/office/powerpoint/2010/main" val="18811269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2_TITLE SLIDE Left Horizontal Window_KPMG Blue">
    <p:bg>
      <p:bgPr>
        <a:solidFill>
          <a:schemeClr val="accent2"/>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662D467-A417-4195-8382-1F67C65820E0}"/>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337"/>
            <a:ext cx="12192000" cy="6857325"/>
          </a:xfrm>
          <a:prstGeom prst="rect">
            <a:avLst/>
          </a:prstGeom>
        </p:spPr>
      </p:pic>
      <p:pic>
        <p:nvPicPr>
          <p:cNvPr id="8" name="Graphic 7">
            <a:extLst>
              <a:ext uri="{FF2B5EF4-FFF2-40B4-BE49-F238E27FC236}">
                <a16:creationId xmlns:a16="http://schemas.microsoft.com/office/drawing/2014/main" id="{F680A8EA-2B0E-411E-90AD-02F7AF47674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sp>
        <p:nvSpPr>
          <p:cNvPr id="12" name="Title 1">
            <a:extLst>
              <a:ext uri="{FF2B5EF4-FFF2-40B4-BE49-F238E27FC236}">
                <a16:creationId xmlns:a16="http://schemas.microsoft.com/office/drawing/2014/main" id="{01F192EA-0416-41C5-BAAD-B3FDEE42B105}"/>
              </a:ext>
            </a:extLst>
          </p:cNvPr>
          <p:cNvSpPr>
            <a:spLocks noGrp="1"/>
          </p:cNvSpPr>
          <p:nvPr>
            <p:ph type="ctrTitle"/>
          </p:nvPr>
        </p:nvSpPr>
        <p:spPr>
          <a:xfrm>
            <a:off x="995363" y="1458965"/>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endParaRPr lang="en-US"/>
          </a:p>
        </p:txBody>
      </p:sp>
      <p:sp>
        <p:nvSpPr>
          <p:cNvPr id="13" name="Text Placeholder 3">
            <a:extLst>
              <a:ext uri="{FF2B5EF4-FFF2-40B4-BE49-F238E27FC236}">
                <a16:creationId xmlns:a16="http://schemas.microsoft.com/office/drawing/2014/main" id="{E01A3CA8-2327-4675-81D0-D82F420E5B06}"/>
              </a:ext>
            </a:extLst>
          </p:cNvPr>
          <p:cNvSpPr>
            <a:spLocks noGrp="1"/>
          </p:cNvSpPr>
          <p:nvPr>
            <p:ph type="body" sz="quarter" idx="11"/>
          </p:nvPr>
        </p:nvSpPr>
        <p:spPr>
          <a:xfrm>
            <a:off x="995363" y="4451181"/>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endParaRPr lang="en-GB"/>
          </a:p>
        </p:txBody>
      </p:sp>
    </p:spTree>
    <p:extLst>
      <p:ext uri="{BB962C8B-B14F-4D97-AF65-F5344CB8AC3E}">
        <p14:creationId xmlns:p14="http://schemas.microsoft.com/office/powerpoint/2010/main" val="1315984138"/>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Content - 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
        <p:nvSpPr>
          <p:cNvPr id="3" name="Rectangle 2">
            <a:hlinkClick r:id="rId2" action="ppaction://hlinksldjump"/>
            <a:extLst>
              <a:ext uri="{FF2B5EF4-FFF2-40B4-BE49-F238E27FC236}">
                <a16:creationId xmlns:a16="http://schemas.microsoft.com/office/drawing/2014/main" id="{B3B90F30-CF74-52CA-2733-286559A23652}"/>
              </a:ext>
            </a:extLst>
          </p:cNvPr>
          <p:cNvSpPr/>
          <p:nvPr userDrawn="1"/>
        </p:nvSpPr>
        <p:spPr>
          <a:xfrm>
            <a:off x="11041065" y="6377542"/>
            <a:ext cx="147637" cy="178593"/>
          </a:xfrm>
          <a:prstGeom prst="rect">
            <a:avLst/>
          </a:prstGeom>
          <a:noFill/>
          <a:ln w="12700" cap="flat" cmpd="sng" algn="ctr">
            <a:noFill/>
            <a:prstDash val="solid"/>
            <a:miter lim="800000"/>
          </a:ln>
          <a:effectLst/>
        </p:spPr>
        <p:txBody>
          <a:bodyPr wrap="none"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87792687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ags" Target="../tags/tag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oleObject" Target="../embeddings/oleObject1.bin"/><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5258B81-1843-6AF4-37CD-FFF4612E9262}"/>
              </a:ext>
            </a:extLst>
          </p:cNvPr>
          <p:cNvGraphicFramePr>
            <a:graphicFrameLocks noChangeAspect="1"/>
          </p:cNvGraphicFramePr>
          <p:nvPr userDrawn="1">
            <p:custDataLst>
              <p:tags r:id="rId49"/>
            </p:custDataLst>
            <p:extLst>
              <p:ext uri="{D42A27DB-BD31-4B8C-83A1-F6EECF244321}">
                <p14:modId xmlns:p14="http://schemas.microsoft.com/office/powerpoint/2010/main" val="591096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1" imgW="7772400" imgH="10058400" progId="TCLayout.ActiveDocument.1">
                  <p:embed/>
                </p:oleObj>
              </mc:Choice>
              <mc:Fallback>
                <p:oleObj name="think-cell Slide" r:id="rId51" imgW="7772400" imgH="10058400" progId="TCLayout.ActiveDocument.1">
                  <p:embed/>
                  <p:pic>
                    <p:nvPicPr>
                      <p:cNvPr id="5" name="Object 4" hidden="1">
                        <a:extLst>
                          <a:ext uri="{FF2B5EF4-FFF2-40B4-BE49-F238E27FC236}">
                            <a16:creationId xmlns:a16="http://schemas.microsoft.com/office/drawing/2014/main" id="{25258B81-1843-6AF4-37CD-FFF4612E9262}"/>
                          </a:ext>
                        </a:extLst>
                      </p:cNvPr>
                      <p:cNvPicPr/>
                      <p:nvPr/>
                    </p:nvPicPr>
                    <p:blipFill>
                      <a:blip r:embed="rId52"/>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1003201" y="1330126"/>
            <a:ext cx="10194470" cy="4546799"/>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17" name="Straight Connector 16">
            <a:extLst>
              <a:ext uri="{FF2B5EF4-FFF2-40B4-BE49-F238E27FC236}">
                <a16:creationId xmlns:a16="http://schemas.microsoft.com/office/drawing/2014/main" id="{F024B3B3-3138-44BB-8DDD-6BDCEF24DEDC}"/>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Graphic 8">
            <a:extLst>
              <a:ext uri="{FF2B5EF4-FFF2-40B4-BE49-F238E27FC236}">
                <a16:creationId xmlns:a16="http://schemas.microsoft.com/office/drawing/2014/main" id="{9CAB9EC7-F5E0-4684-A576-ECACF26F902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1" name="TextBox 10">
            <a:extLst>
              <a:ext uri="{FF2B5EF4-FFF2-40B4-BE49-F238E27FC236}">
                <a16:creationId xmlns:a16="http://schemas.microsoft.com/office/drawing/2014/main" id="{EDC47FD7-8F5A-48AC-8BAD-997766B99F7D}"/>
              </a:ext>
              <a:ext uri="{C183D7F6-B498-43B3-948B-1728B52AA6E4}">
                <adec:decorative xmlns:adec="http://schemas.microsoft.com/office/drawing/2017/decorative" val="1"/>
              </a:ext>
            </a:extLst>
          </p:cNvPr>
          <p:cNvSpPr txBox="1"/>
          <p:nvPr userDrawn="1">
            <p:custDataLst>
              <p:tags r:id="rId50"/>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2024 KPMG LLP, a Delaware limited liability partnership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23533371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627">
          <p15:clr>
            <a:srgbClr val="F26B43"/>
          </p15:clr>
        </p15:guide>
        <p15:guide id="3" pos="7055">
          <p15:clr>
            <a:srgbClr val="F26B43"/>
          </p15:clr>
        </p15:guide>
        <p15:guide id="4" orient="horz" pos="838">
          <p15:clr>
            <a:srgbClr val="F26B43"/>
          </p15:clr>
        </p15:guide>
        <p15:guide id="5" orient="horz" pos="624">
          <p15:clr>
            <a:srgbClr val="F26B43"/>
          </p15:clr>
        </p15:guide>
        <p15:guide id="6" orient="horz" pos="272">
          <p15:clr>
            <a:srgbClr val="F26B43"/>
          </p15:clr>
        </p15:guide>
        <p15:guide id="7" orient="horz" pos="370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microsoft.com/office/2018/10/relationships/comments" Target="../comments/modernComment_7FFFF8AB_87E680DF.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101A7A-A99D-6FA0-21E0-5D13A433A09A}"/>
              </a:ext>
            </a:extLst>
          </p:cNvPr>
          <p:cNvSpPr>
            <a:spLocks noGrp="1"/>
          </p:cNvSpPr>
          <p:nvPr>
            <p:ph type="ctrTitle"/>
          </p:nvPr>
        </p:nvSpPr>
        <p:spPr/>
        <p:txBody>
          <a:bodyPr/>
          <a:lstStyle/>
          <a:p>
            <a:r>
              <a:rPr lang="en-US" dirty="0"/>
              <a:t>Access Reviews amongst Leaders in IGA</a:t>
            </a:r>
          </a:p>
        </p:txBody>
      </p:sp>
      <p:sp>
        <p:nvSpPr>
          <p:cNvPr id="5" name="Text Placeholder 4">
            <a:extLst>
              <a:ext uri="{FF2B5EF4-FFF2-40B4-BE49-F238E27FC236}">
                <a16:creationId xmlns:a16="http://schemas.microsoft.com/office/drawing/2014/main" id="{9291A7DC-76C6-3636-B1E1-0234725001F8}"/>
              </a:ext>
            </a:extLst>
          </p:cNvPr>
          <p:cNvSpPr>
            <a:spLocks noGrp="1"/>
          </p:cNvSpPr>
          <p:nvPr>
            <p:ph type="body" sz="quarter" idx="11"/>
          </p:nvPr>
        </p:nvSpPr>
        <p:spPr/>
        <p:txBody>
          <a:bodyPr/>
          <a:lstStyle/>
          <a:p>
            <a:r>
              <a:rPr lang="en-US" dirty="0"/>
              <a:t>August, 2025</a:t>
            </a:r>
          </a:p>
        </p:txBody>
      </p:sp>
      <p:pic>
        <p:nvPicPr>
          <p:cNvPr id="8" name="Picture Placeholder 7" descr="A digital stock market graph">
            <a:extLst>
              <a:ext uri="{FF2B5EF4-FFF2-40B4-BE49-F238E27FC236}">
                <a16:creationId xmlns:a16="http://schemas.microsoft.com/office/drawing/2014/main" id="{22BA2D0B-5F0F-0055-496F-52264E195630}"/>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26494" r="26494"/>
          <a:stretch>
            <a:fillRect/>
          </a:stretch>
        </p:blipFill>
        <p:spPr/>
      </p:pic>
    </p:spTree>
    <p:extLst>
      <p:ext uri="{BB962C8B-B14F-4D97-AF65-F5344CB8AC3E}">
        <p14:creationId xmlns:p14="http://schemas.microsoft.com/office/powerpoint/2010/main" val="2878815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EBF68-FA9C-EC60-06C8-1771CD97CE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201633-8C8D-1522-EE0A-8D149C80AA5A}"/>
              </a:ext>
            </a:extLst>
          </p:cNvPr>
          <p:cNvSpPr>
            <a:spLocks noGrp="1"/>
          </p:cNvSpPr>
          <p:nvPr>
            <p:ph type="title"/>
          </p:nvPr>
        </p:nvSpPr>
        <p:spPr/>
        <p:txBody>
          <a:bodyPr/>
          <a:lstStyle/>
          <a:p>
            <a:r>
              <a:rPr lang="en-US" dirty="0"/>
              <a:t>Access Review Comparisons </a:t>
            </a:r>
          </a:p>
        </p:txBody>
      </p:sp>
      <p:graphicFrame>
        <p:nvGraphicFramePr>
          <p:cNvPr id="4" name="Table 5">
            <a:extLst>
              <a:ext uri="{FF2B5EF4-FFF2-40B4-BE49-F238E27FC236}">
                <a16:creationId xmlns:a16="http://schemas.microsoft.com/office/drawing/2014/main" id="{23CE379A-E414-01C0-621F-54CA724D9C06}"/>
              </a:ext>
            </a:extLst>
          </p:cNvPr>
          <p:cNvGraphicFramePr>
            <a:graphicFrameLocks noGrp="1"/>
          </p:cNvGraphicFramePr>
          <p:nvPr>
            <p:extLst>
              <p:ext uri="{D42A27DB-BD31-4B8C-83A1-F6EECF244321}">
                <p14:modId xmlns:p14="http://schemas.microsoft.com/office/powerpoint/2010/main" val="2120486936"/>
              </p:ext>
            </p:extLst>
          </p:nvPr>
        </p:nvGraphicFramePr>
        <p:xfrm>
          <a:off x="998400" y="1143011"/>
          <a:ext cx="10092585" cy="4882402"/>
        </p:xfrm>
        <a:graphic>
          <a:graphicData uri="http://schemas.openxmlformats.org/drawingml/2006/table">
            <a:tbl>
              <a:tblPr firstRow="1" bandRow="1">
                <a:tableStyleId>{5C22544A-7EE6-4342-B048-85BDC9FD1C3A}</a:tableStyleId>
              </a:tblPr>
              <a:tblGrid>
                <a:gridCol w="3196350">
                  <a:extLst>
                    <a:ext uri="{9D8B030D-6E8A-4147-A177-3AD203B41FA5}">
                      <a16:colId xmlns:a16="http://schemas.microsoft.com/office/drawing/2014/main" val="2534074653"/>
                    </a:ext>
                  </a:extLst>
                </a:gridCol>
                <a:gridCol w="2298745">
                  <a:extLst>
                    <a:ext uri="{9D8B030D-6E8A-4147-A177-3AD203B41FA5}">
                      <a16:colId xmlns:a16="http://schemas.microsoft.com/office/drawing/2014/main" val="15913284"/>
                    </a:ext>
                  </a:extLst>
                </a:gridCol>
                <a:gridCol w="2298745">
                  <a:extLst>
                    <a:ext uri="{9D8B030D-6E8A-4147-A177-3AD203B41FA5}">
                      <a16:colId xmlns:a16="http://schemas.microsoft.com/office/drawing/2014/main" val="1869424930"/>
                    </a:ext>
                  </a:extLst>
                </a:gridCol>
                <a:gridCol w="2298745">
                  <a:extLst>
                    <a:ext uri="{9D8B030D-6E8A-4147-A177-3AD203B41FA5}">
                      <a16:colId xmlns:a16="http://schemas.microsoft.com/office/drawing/2014/main" val="1021479978"/>
                    </a:ext>
                  </a:extLst>
                </a:gridCol>
              </a:tblGrid>
              <a:tr h="684618">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2400" b="1" i="0" u="none" strike="noStrike" kern="1200" cap="none" spc="0" normalizeH="0" baseline="0" dirty="0">
                          <a:ln>
                            <a:noFill/>
                          </a:ln>
                          <a:solidFill>
                            <a:srgbClr val="00338D"/>
                          </a:solidFill>
                          <a:effectLst/>
                          <a:uLnTx/>
                          <a:uFillTx/>
                          <a:latin typeface="KPMG Bold"/>
                          <a:ea typeface="+mn-ea"/>
                          <a:cs typeface="+mn-cs"/>
                        </a:rPr>
                        <a:t>Access Review Types</a:t>
                      </a:r>
                    </a:p>
                  </a:txBody>
                  <a:tcPr marL="720000" marR="126000" marT="126000" marB="126000">
                    <a:lnL w="12700" cmpd="sng">
                      <a:noFill/>
                    </a:lnL>
                    <a:lnR w="12700" cmpd="sng">
                      <a:noFill/>
                    </a:lnR>
                    <a:lnT w="6350" cap="flat" cmpd="sng" algn="ctr">
                      <a:no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KPMG Bold"/>
                          <a:ea typeface="+mn-ea"/>
                          <a:cs typeface="+mn-cs"/>
                        </a:rPr>
                        <a:t>MS Entra </a:t>
                      </a:r>
                    </a:p>
                  </a:txBody>
                  <a:tcPr marL="90000" marR="90000" marT="54000" marB="54000">
                    <a:lnL w="12700" cmpd="sng">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GB" sz="2400" b="0" i="0" u="none" strike="noStrike" kern="1200" cap="none" spc="0" normalizeH="0" baseline="0" noProof="0">
                          <a:ln>
                            <a:noFill/>
                          </a:ln>
                          <a:solidFill>
                            <a:prstClr val="white"/>
                          </a:solidFill>
                          <a:effectLst/>
                          <a:uLnTx/>
                          <a:uFillTx/>
                          <a:latin typeface="KPMG Bold"/>
                          <a:ea typeface="+mn-ea"/>
                          <a:cs typeface="+mn-cs"/>
                        </a:rPr>
                        <a:t>SailPoint</a:t>
                      </a:r>
                    </a:p>
                  </a:txBody>
                  <a:tcPr marL="90000" marR="90000" marT="54000" marB="54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GB" sz="2400" b="0" i="0" u="none" strike="noStrike" kern="1200" cap="none" spc="0" normalizeH="0" baseline="0" noProof="0">
                          <a:ln>
                            <a:noFill/>
                          </a:ln>
                          <a:solidFill>
                            <a:prstClr val="white"/>
                          </a:solidFill>
                          <a:effectLst/>
                          <a:uLnTx/>
                          <a:uFillTx/>
                          <a:latin typeface="KPMG Bold"/>
                          <a:ea typeface="+mn-ea"/>
                          <a:cs typeface="+mn-cs"/>
                        </a:rPr>
                        <a:t>Saviynt</a:t>
                      </a:r>
                    </a:p>
                  </a:txBody>
                  <a:tcPr marL="90000" marR="90000" marT="54000" marB="54000">
                    <a:lnL w="6350" cap="flat" cmpd="sng" algn="ctr">
                      <a:solidFill>
                        <a:schemeClr val="bg1"/>
                      </a:solidFill>
                      <a:prstDash val="solid"/>
                      <a:round/>
                      <a:headEnd type="none" w="med" len="med"/>
                      <a:tailEnd type="none" w="med" len="med"/>
                    </a:lnL>
                    <a:lnR w="12700" cmpd="sng">
                      <a:noFill/>
                    </a:lnR>
                    <a:lnT w="6350" cap="flat" cmpd="sng" algn="ctr">
                      <a:solidFill>
                        <a:schemeClr val="bg1"/>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543546796"/>
                  </a:ext>
                </a:extLst>
              </a:tr>
              <a:tr h="524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300" b="0" i="0" u="none" strike="noStrike" kern="1200" cap="none" spc="0" normalizeH="0" baseline="0" noProof="0" dirty="0">
                          <a:ln>
                            <a:noFill/>
                          </a:ln>
                          <a:solidFill>
                            <a:schemeClr val="tx2"/>
                          </a:solidFill>
                          <a:effectLst/>
                          <a:uLnTx/>
                          <a:uFillTx/>
                          <a:latin typeface="+mn-lt"/>
                          <a:ea typeface="+mn-ea"/>
                          <a:cs typeface="+mn-cs"/>
                        </a:rPr>
                        <a:t>User Access Reviews</a:t>
                      </a:r>
                      <a:endParaRPr kumimoji="0" lang="en-GB" sz="1300" b="0" i="0" u="none" strike="noStrike" kern="1200" cap="none" spc="0" normalizeH="0" baseline="0" noProof="0" dirty="0">
                        <a:ln>
                          <a:noFill/>
                        </a:ln>
                        <a:solidFill>
                          <a:schemeClr val="tx2"/>
                        </a:solidFill>
                        <a:effectLst/>
                        <a:uLnTx/>
                        <a:uFillTx/>
                        <a:latin typeface="Arial"/>
                        <a:ea typeface="+mn-ea"/>
                        <a:cs typeface="+mn-cs"/>
                      </a:endParaRPr>
                    </a:p>
                  </a:txBody>
                  <a:tcPr marL="126000" marR="126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0"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0" i="0" u="none" strike="noStrike" kern="1200" cap="none" spc="0" normalizeH="0" baseline="0" noProof="0">
                        <a:ln>
                          <a:noFill/>
                        </a:ln>
                        <a:solidFill>
                          <a:schemeClr val="tx2"/>
                        </a:solidFill>
                        <a:effectLst/>
                        <a:uLnTx/>
                        <a:uFillTx/>
                        <a:latin typeface="Arial"/>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1" i="0" u="none" strike="noStrike" kern="1200" cap="none" spc="0" normalizeH="0" baseline="0" noProof="0">
                        <a:ln>
                          <a:noFill/>
                        </a:ln>
                        <a:solidFill>
                          <a:schemeClr val="tx2"/>
                        </a:solidFill>
                        <a:effectLst/>
                        <a:uLnTx/>
                        <a:uFillTx/>
                        <a:latin typeface="Arial"/>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8153674"/>
                  </a:ext>
                </a:extLst>
              </a:tr>
              <a:tr h="524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00" b="0" i="0" u="none" strike="noStrike" kern="1200" cap="none" spc="0" normalizeH="0" baseline="0" noProof="0" dirty="0">
                          <a:ln>
                            <a:noFill/>
                          </a:ln>
                          <a:solidFill>
                            <a:schemeClr val="tx2"/>
                          </a:solidFill>
                          <a:effectLst/>
                          <a:uLnTx/>
                          <a:uFillTx/>
                          <a:latin typeface="Arial"/>
                          <a:ea typeface="+mn-ea"/>
                          <a:cs typeface="+mn-cs"/>
                        </a:rPr>
                        <a:t>App Owner</a:t>
                      </a:r>
                    </a:p>
                  </a:txBody>
                  <a:tcPr marL="126000" marR="126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0"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0"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1"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104108"/>
                  </a:ext>
                </a:extLst>
              </a:tr>
              <a:tr h="524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00" b="0" i="0" u="none" strike="noStrike" kern="1200" cap="none" spc="0" normalizeH="0" baseline="0" noProof="0" dirty="0">
                          <a:ln>
                            <a:noFill/>
                          </a:ln>
                          <a:solidFill>
                            <a:schemeClr val="tx2"/>
                          </a:solidFill>
                          <a:effectLst/>
                          <a:uLnTx/>
                          <a:uFillTx/>
                          <a:latin typeface="+mn-lt"/>
                          <a:ea typeface="+mn-ea"/>
                          <a:cs typeface="+mn-cs"/>
                        </a:rPr>
                        <a:t>Role/Group Owner</a:t>
                      </a:r>
                      <a:endParaRPr kumimoji="0" lang="en-GB" sz="1300" b="0" i="0" u="none" strike="noStrike" kern="1200" cap="none" spc="0" normalizeH="0" baseline="0" noProof="0" dirty="0">
                        <a:ln>
                          <a:noFill/>
                        </a:ln>
                        <a:solidFill>
                          <a:schemeClr val="tx2"/>
                        </a:solidFill>
                        <a:effectLst/>
                        <a:uLnTx/>
                        <a:uFillTx/>
                        <a:latin typeface="Arial"/>
                        <a:ea typeface="+mn-ea"/>
                        <a:cs typeface="+mn-cs"/>
                      </a:endParaRPr>
                    </a:p>
                  </a:txBody>
                  <a:tcPr marL="126000" marR="126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0"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0"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1"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0790231"/>
                  </a:ext>
                </a:extLst>
              </a:tr>
              <a:tr h="524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00" b="0" i="0" u="none" strike="noStrike" kern="1200" cap="none" spc="0" normalizeH="0" baseline="0" noProof="0" dirty="0">
                          <a:ln>
                            <a:noFill/>
                          </a:ln>
                          <a:solidFill>
                            <a:schemeClr val="tx2"/>
                          </a:solidFill>
                          <a:effectLst/>
                          <a:uLnTx/>
                          <a:uFillTx/>
                          <a:latin typeface="+mn-lt"/>
                          <a:ea typeface="+mn-ea"/>
                          <a:cs typeface="+mn-cs"/>
                        </a:rPr>
                        <a:t>Manager Review</a:t>
                      </a:r>
                    </a:p>
                  </a:txBody>
                  <a:tcPr marL="126000" marR="126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0"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0"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1"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66859734"/>
                  </a:ext>
                </a:extLst>
              </a:tr>
              <a:tr h="524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00" b="0" i="0" u="none" strike="noStrike" kern="1200" cap="none" spc="0" normalizeH="0" baseline="0" noProof="0" dirty="0">
                          <a:ln>
                            <a:noFill/>
                          </a:ln>
                          <a:solidFill>
                            <a:schemeClr val="tx2"/>
                          </a:solidFill>
                          <a:effectLst/>
                          <a:uLnTx/>
                          <a:uFillTx/>
                          <a:latin typeface="+mn-lt"/>
                          <a:ea typeface="+mn-ea"/>
                          <a:cs typeface="+mn-cs"/>
                        </a:rPr>
                        <a:t>Role Composition </a:t>
                      </a:r>
                    </a:p>
                  </a:txBody>
                  <a:tcPr marL="126000" marR="126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0"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0"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1"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7076271"/>
                  </a:ext>
                </a:extLst>
              </a:tr>
              <a:tr h="524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00" b="0" i="0" u="none" strike="noStrike" kern="1200" cap="none" spc="0" normalizeH="0" baseline="0" noProof="0" dirty="0">
                          <a:ln>
                            <a:noFill/>
                          </a:ln>
                          <a:solidFill>
                            <a:schemeClr val="tx2"/>
                          </a:solidFill>
                          <a:effectLst/>
                          <a:uLnTx/>
                          <a:uFillTx/>
                          <a:latin typeface="Arial"/>
                          <a:ea typeface="+mn-ea"/>
                          <a:cs typeface="+mn-cs"/>
                        </a:rPr>
                        <a:t>Mover/Trigger Based Review</a:t>
                      </a:r>
                    </a:p>
                  </a:txBody>
                  <a:tcPr marL="126000" marR="126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0"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0"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1"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8861719"/>
                  </a:ext>
                </a:extLst>
              </a:tr>
              <a:tr h="524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00" b="0" i="0" u="none" strike="noStrike" kern="1200" cap="none" spc="0" normalizeH="0" baseline="0" noProof="0" dirty="0">
                          <a:ln>
                            <a:noFill/>
                          </a:ln>
                          <a:solidFill>
                            <a:schemeClr val="tx2"/>
                          </a:solidFill>
                          <a:effectLst/>
                          <a:uLnTx/>
                          <a:uFillTx/>
                          <a:latin typeface="Arial"/>
                          <a:ea typeface="+mn-ea"/>
                          <a:cs typeface="+mn-cs"/>
                        </a:rPr>
                        <a:t>Self-Attestation Reviews</a:t>
                      </a:r>
                    </a:p>
                  </a:txBody>
                  <a:tcPr marL="126000" marR="126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0"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0"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1"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4611597"/>
                  </a:ext>
                </a:extLst>
              </a:tr>
              <a:tr h="524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00" b="0" i="0" u="none" strike="noStrike" kern="1200" cap="none" spc="0" normalizeH="0" baseline="0" noProof="0" dirty="0">
                          <a:ln>
                            <a:noFill/>
                          </a:ln>
                          <a:solidFill>
                            <a:schemeClr val="tx2"/>
                          </a:solidFill>
                          <a:effectLst/>
                          <a:uLnTx/>
                          <a:uFillTx/>
                          <a:latin typeface="Arial"/>
                          <a:ea typeface="+mn-ea"/>
                          <a:cs typeface="+mn-cs"/>
                        </a:rPr>
                        <a:t>Ad Hoc Reviews</a:t>
                      </a:r>
                    </a:p>
                  </a:txBody>
                  <a:tcPr marL="126000" marR="126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0"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0"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10000"/>
                        </a:lnSpc>
                        <a:spcBef>
                          <a:spcPts val="0"/>
                        </a:spcBef>
                        <a:spcAft>
                          <a:spcPts val="0"/>
                        </a:spcAft>
                        <a:buClrTx/>
                        <a:buSzTx/>
                        <a:buFontTx/>
                        <a:buNone/>
                        <a:tabLst/>
                        <a:defRPr/>
                      </a:pPr>
                      <a:endParaRPr kumimoji="0" lang="en-GB" sz="1300" b="1" i="0" u="none" strike="noStrike" kern="1200" cap="none" spc="0" normalizeH="0" baseline="0" noProof="0" dirty="0">
                        <a:ln>
                          <a:noFill/>
                        </a:ln>
                        <a:solidFill>
                          <a:schemeClr val="tx2"/>
                        </a:solidFill>
                        <a:effectLst/>
                        <a:uLnTx/>
                        <a:uFillTx/>
                        <a:latin typeface="Arial"/>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61024"/>
                  </a:ext>
                </a:extLst>
              </a:tr>
            </a:tbl>
          </a:graphicData>
        </a:graphic>
      </p:graphicFrame>
      <p:sp>
        <p:nvSpPr>
          <p:cNvPr id="6" name="Oval 5">
            <a:extLst>
              <a:ext uri="{FF2B5EF4-FFF2-40B4-BE49-F238E27FC236}">
                <a16:creationId xmlns:a16="http://schemas.microsoft.com/office/drawing/2014/main" id="{FCE7E9F4-61D4-D0B5-F562-9933B036B740}"/>
              </a:ext>
            </a:extLst>
          </p:cNvPr>
          <p:cNvSpPr/>
          <p:nvPr/>
        </p:nvSpPr>
        <p:spPr>
          <a:xfrm>
            <a:off x="5153569" y="1891133"/>
            <a:ext cx="306798" cy="306211"/>
          </a:xfrm>
          <a:prstGeom prst="ellipse">
            <a:avLst/>
          </a:prstGeom>
          <a:no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10" name="Oval 9">
            <a:extLst>
              <a:ext uri="{FF2B5EF4-FFF2-40B4-BE49-F238E27FC236}">
                <a16:creationId xmlns:a16="http://schemas.microsoft.com/office/drawing/2014/main" id="{A807D6FF-B6F9-A50E-878A-5D69CFE177CF}"/>
              </a:ext>
            </a:extLst>
          </p:cNvPr>
          <p:cNvSpPr/>
          <p:nvPr/>
        </p:nvSpPr>
        <p:spPr>
          <a:xfrm>
            <a:off x="7395649" y="1891134"/>
            <a:ext cx="334999" cy="32363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12" name="Oval 11">
            <a:extLst>
              <a:ext uri="{FF2B5EF4-FFF2-40B4-BE49-F238E27FC236}">
                <a16:creationId xmlns:a16="http://schemas.microsoft.com/office/drawing/2014/main" id="{ABD9B5B9-045D-38C3-4B3A-A830B3A999A3}"/>
              </a:ext>
            </a:extLst>
          </p:cNvPr>
          <p:cNvSpPr/>
          <p:nvPr/>
        </p:nvSpPr>
        <p:spPr>
          <a:xfrm>
            <a:off x="9673287" y="1891133"/>
            <a:ext cx="334999" cy="3236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42" name="Oval 41">
            <a:extLst>
              <a:ext uri="{FF2B5EF4-FFF2-40B4-BE49-F238E27FC236}">
                <a16:creationId xmlns:a16="http://schemas.microsoft.com/office/drawing/2014/main" id="{6BF8E1AD-B120-3E52-254B-4EA72FEAE14A}"/>
              </a:ext>
            </a:extLst>
          </p:cNvPr>
          <p:cNvSpPr/>
          <p:nvPr/>
        </p:nvSpPr>
        <p:spPr>
          <a:xfrm>
            <a:off x="5153569" y="2444308"/>
            <a:ext cx="306798" cy="306211"/>
          </a:xfrm>
          <a:prstGeom prst="ellipse">
            <a:avLst/>
          </a:prstGeom>
          <a:solidFill>
            <a:schemeClr val="accent1"/>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43" name="Oval 42">
            <a:extLst>
              <a:ext uri="{FF2B5EF4-FFF2-40B4-BE49-F238E27FC236}">
                <a16:creationId xmlns:a16="http://schemas.microsoft.com/office/drawing/2014/main" id="{3557F0ED-BEA7-20EB-C941-15FD6C36E06D}"/>
              </a:ext>
            </a:extLst>
          </p:cNvPr>
          <p:cNvSpPr/>
          <p:nvPr/>
        </p:nvSpPr>
        <p:spPr>
          <a:xfrm>
            <a:off x="7395649" y="2444309"/>
            <a:ext cx="334999" cy="32363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44" name="Oval 43">
            <a:extLst>
              <a:ext uri="{FF2B5EF4-FFF2-40B4-BE49-F238E27FC236}">
                <a16:creationId xmlns:a16="http://schemas.microsoft.com/office/drawing/2014/main" id="{74E3243C-F27F-C1C5-1CD7-45AC4708A6AA}"/>
              </a:ext>
            </a:extLst>
          </p:cNvPr>
          <p:cNvSpPr/>
          <p:nvPr/>
        </p:nvSpPr>
        <p:spPr>
          <a:xfrm>
            <a:off x="9673287" y="2444308"/>
            <a:ext cx="334999" cy="3236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60" name="Oval 59">
            <a:extLst>
              <a:ext uri="{FF2B5EF4-FFF2-40B4-BE49-F238E27FC236}">
                <a16:creationId xmlns:a16="http://schemas.microsoft.com/office/drawing/2014/main" id="{7B2031AC-2F7B-FD5D-27C2-FEB32216969A}"/>
              </a:ext>
            </a:extLst>
          </p:cNvPr>
          <p:cNvSpPr/>
          <p:nvPr/>
        </p:nvSpPr>
        <p:spPr>
          <a:xfrm>
            <a:off x="5153569" y="2980055"/>
            <a:ext cx="306798" cy="306211"/>
          </a:xfrm>
          <a:prstGeom prst="ellipse">
            <a:avLst/>
          </a:prstGeom>
          <a:solidFill>
            <a:schemeClr val="accent1"/>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61" name="Oval 60">
            <a:extLst>
              <a:ext uri="{FF2B5EF4-FFF2-40B4-BE49-F238E27FC236}">
                <a16:creationId xmlns:a16="http://schemas.microsoft.com/office/drawing/2014/main" id="{C289D7EB-4A79-2967-176C-EAE320B6440A}"/>
              </a:ext>
            </a:extLst>
          </p:cNvPr>
          <p:cNvSpPr/>
          <p:nvPr/>
        </p:nvSpPr>
        <p:spPr>
          <a:xfrm>
            <a:off x="7395649" y="2980056"/>
            <a:ext cx="334999" cy="32363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62" name="Oval 61">
            <a:extLst>
              <a:ext uri="{FF2B5EF4-FFF2-40B4-BE49-F238E27FC236}">
                <a16:creationId xmlns:a16="http://schemas.microsoft.com/office/drawing/2014/main" id="{AFABA715-69C0-B67D-E44D-FB1407650A4A}"/>
              </a:ext>
            </a:extLst>
          </p:cNvPr>
          <p:cNvSpPr/>
          <p:nvPr/>
        </p:nvSpPr>
        <p:spPr>
          <a:xfrm>
            <a:off x="9673287" y="2980055"/>
            <a:ext cx="334999" cy="3236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63" name="Oval 62">
            <a:extLst>
              <a:ext uri="{FF2B5EF4-FFF2-40B4-BE49-F238E27FC236}">
                <a16:creationId xmlns:a16="http://schemas.microsoft.com/office/drawing/2014/main" id="{09E1032E-1965-87A1-D77D-1553B10D5F71}"/>
              </a:ext>
            </a:extLst>
          </p:cNvPr>
          <p:cNvSpPr/>
          <p:nvPr/>
        </p:nvSpPr>
        <p:spPr>
          <a:xfrm>
            <a:off x="5153569" y="3533230"/>
            <a:ext cx="306798" cy="306211"/>
          </a:xfrm>
          <a:prstGeom prst="ellipse">
            <a:avLst/>
          </a:prstGeom>
          <a:no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64" name="Oval 63">
            <a:extLst>
              <a:ext uri="{FF2B5EF4-FFF2-40B4-BE49-F238E27FC236}">
                <a16:creationId xmlns:a16="http://schemas.microsoft.com/office/drawing/2014/main" id="{D8C56EF7-54C4-F76B-0FAB-4D175805B941}"/>
              </a:ext>
            </a:extLst>
          </p:cNvPr>
          <p:cNvSpPr/>
          <p:nvPr/>
        </p:nvSpPr>
        <p:spPr>
          <a:xfrm>
            <a:off x="7395649" y="3533231"/>
            <a:ext cx="334999" cy="32363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65" name="Oval 64">
            <a:extLst>
              <a:ext uri="{FF2B5EF4-FFF2-40B4-BE49-F238E27FC236}">
                <a16:creationId xmlns:a16="http://schemas.microsoft.com/office/drawing/2014/main" id="{32C37041-65D1-455D-D438-058B4BD2B336}"/>
              </a:ext>
            </a:extLst>
          </p:cNvPr>
          <p:cNvSpPr/>
          <p:nvPr/>
        </p:nvSpPr>
        <p:spPr>
          <a:xfrm>
            <a:off x="9673287" y="3533230"/>
            <a:ext cx="334999" cy="3236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66" name="Oval 65">
            <a:extLst>
              <a:ext uri="{FF2B5EF4-FFF2-40B4-BE49-F238E27FC236}">
                <a16:creationId xmlns:a16="http://schemas.microsoft.com/office/drawing/2014/main" id="{0B0753F6-EAF8-FFAA-232F-DEE9DC5F3C9A}"/>
              </a:ext>
            </a:extLst>
          </p:cNvPr>
          <p:cNvSpPr/>
          <p:nvPr/>
        </p:nvSpPr>
        <p:spPr>
          <a:xfrm>
            <a:off x="5153569" y="4017252"/>
            <a:ext cx="306798" cy="306211"/>
          </a:xfrm>
          <a:prstGeom prst="ellipse">
            <a:avLst/>
          </a:prstGeom>
          <a:no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67" name="Oval 66">
            <a:extLst>
              <a:ext uri="{FF2B5EF4-FFF2-40B4-BE49-F238E27FC236}">
                <a16:creationId xmlns:a16="http://schemas.microsoft.com/office/drawing/2014/main" id="{7AD4DB6A-7346-A339-0D0B-665CA5B8187A}"/>
              </a:ext>
            </a:extLst>
          </p:cNvPr>
          <p:cNvSpPr/>
          <p:nvPr/>
        </p:nvSpPr>
        <p:spPr>
          <a:xfrm>
            <a:off x="7395649" y="4017253"/>
            <a:ext cx="334999" cy="32363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68" name="Oval 67">
            <a:extLst>
              <a:ext uri="{FF2B5EF4-FFF2-40B4-BE49-F238E27FC236}">
                <a16:creationId xmlns:a16="http://schemas.microsoft.com/office/drawing/2014/main" id="{BF71D2F8-EF68-5AA8-52FA-7C2BFD8F7EFB}"/>
              </a:ext>
            </a:extLst>
          </p:cNvPr>
          <p:cNvSpPr/>
          <p:nvPr/>
        </p:nvSpPr>
        <p:spPr>
          <a:xfrm>
            <a:off x="9673287" y="4017252"/>
            <a:ext cx="334999" cy="3236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5" name="Oval 4">
            <a:extLst>
              <a:ext uri="{FF2B5EF4-FFF2-40B4-BE49-F238E27FC236}">
                <a16:creationId xmlns:a16="http://schemas.microsoft.com/office/drawing/2014/main" id="{FA609BE7-2EC1-1A2C-3E63-60D10476D2CD}"/>
              </a:ext>
            </a:extLst>
          </p:cNvPr>
          <p:cNvSpPr/>
          <p:nvPr/>
        </p:nvSpPr>
        <p:spPr>
          <a:xfrm>
            <a:off x="7395649" y="4546025"/>
            <a:ext cx="334999" cy="32363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7" name="Oval 6">
            <a:extLst>
              <a:ext uri="{FF2B5EF4-FFF2-40B4-BE49-F238E27FC236}">
                <a16:creationId xmlns:a16="http://schemas.microsoft.com/office/drawing/2014/main" id="{CCE3E4AD-8661-BE22-1B5F-354C12CE203A}"/>
              </a:ext>
            </a:extLst>
          </p:cNvPr>
          <p:cNvSpPr/>
          <p:nvPr/>
        </p:nvSpPr>
        <p:spPr>
          <a:xfrm>
            <a:off x="9673287" y="4546024"/>
            <a:ext cx="334999" cy="3236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9" name="Oval 8">
            <a:extLst>
              <a:ext uri="{FF2B5EF4-FFF2-40B4-BE49-F238E27FC236}">
                <a16:creationId xmlns:a16="http://schemas.microsoft.com/office/drawing/2014/main" id="{DC13A8C5-FE2D-EF27-02EA-6DEDA21A6977}"/>
              </a:ext>
            </a:extLst>
          </p:cNvPr>
          <p:cNvSpPr/>
          <p:nvPr/>
        </p:nvSpPr>
        <p:spPr>
          <a:xfrm>
            <a:off x="7406192" y="5074797"/>
            <a:ext cx="334999" cy="32363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grpSp>
        <p:nvGrpSpPr>
          <p:cNvPr id="13" name="Group 12">
            <a:extLst>
              <a:ext uri="{FF2B5EF4-FFF2-40B4-BE49-F238E27FC236}">
                <a16:creationId xmlns:a16="http://schemas.microsoft.com/office/drawing/2014/main" id="{DFC3D7F0-B758-4609-18A3-058044572220}"/>
              </a:ext>
            </a:extLst>
          </p:cNvPr>
          <p:cNvGrpSpPr/>
          <p:nvPr/>
        </p:nvGrpSpPr>
        <p:grpSpPr>
          <a:xfrm>
            <a:off x="5153569" y="5094716"/>
            <a:ext cx="306798" cy="283797"/>
            <a:chOff x="277402" y="3687070"/>
            <a:chExt cx="656394" cy="645989"/>
          </a:xfrm>
        </p:grpSpPr>
        <p:sp>
          <p:nvSpPr>
            <p:cNvPr id="14" name="Oval 13">
              <a:extLst>
                <a:ext uri="{FF2B5EF4-FFF2-40B4-BE49-F238E27FC236}">
                  <a16:creationId xmlns:a16="http://schemas.microsoft.com/office/drawing/2014/main" id="{1B06DD6D-CBC3-1E64-EAC4-9360DEF2D4BA}"/>
                </a:ext>
              </a:extLst>
            </p:cNvPr>
            <p:cNvSpPr/>
            <p:nvPr/>
          </p:nvSpPr>
          <p:spPr>
            <a:xfrm>
              <a:off x="293716" y="3687071"/>
              <a:ext cx="640080" cy="6459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5" name="Chord 14">
              <a:extLst>
                <a:ext uri="{FF2B5EF4-FFF2-40B4-BE49-F238E27FC236}">
                  <a16:creationId xmlns:a16="http://schemas.microsoft.com/office/drawing/2014/main" id="{9DD8A77F-15C0-0B83-EDE3-0A3D3E23C07A}"/>
                </a:ext>
              </a:extLst>
            </p:cNvPr>
            <p:cNvSpPr/>
            <p:nvPr/>
          </p:nvSpPr>
          <p:spPr>
            <a:xfrm rot="10800000">
              <a:off x="277402" y="3687070"/>
              <a:ext cx="656394" cy="645989"/>
            </a:xfrm>
            <a:prstGeom prst="chord">
              <a:avLst>
                <a:gd name="adj1" fmla="val 5538806"/>
                <a:gd name="adj2" fmla="val 16197174"/>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grpSp>
      <p:sp>
        <p:nvSpPr>
          <p:cNvPr id="19" name="Oval 18">
            <a:extLst>
              <a:ext uri="{FF2B5EF4-FFF2-40B4-BE49-F238E27FC236}">
                <a16:creationId xmlns:a16="http://schemas.microsoft.com/office/drawing/2014/main" id="{8A8BE1AB-0579-64B3-56BD-9E0B16F4136D}"/>
              </a:ext>
            </a:extLst>
          </p:cNvPr>
          <p:cNvSpPr/>
          <p:nvPr/>
        </p:nvSpPr>
        <p:spPr>
          <a:xfrm>
            <a:off x="5161194" y="4563452"/>
            <a:ext cx="306798" cy="306211"/>
          </a:xfrm>
          <a:prstGeom prst="ellipse">
            <a:avLst/>
          </a:prstGeom>
          <a:solidFill>
            <a:schemeClr val="accent1"/>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FFFFFF"/>
              </a:solidFill>
              <a:effectLst/>
              <a:uLnTx/>
              <a:uFillTx/>
              <a:latin typeface="Arial"/>
              <a:ea typeface="+mn-ea"/>
              <a:cs typeface="+mn-cs"/>
            </a:endParaRPr>
          </a:p>
        </p:txBody>
      </p:sp>
      <p:sp>
        <p:nvSpPr>
          <p:cNvPr id="20" name="Oval 19">
            <a:extLst>
              <a:ext uri="{FF2B5EF4-FFF2-40B4-BE49-F238E27FC236}">
                <a16:creationId xmlns:a16="http://schemas.microsoft.com/office/drawing/2014/main" id="{8F1028FE-B001-522B-5DAB-71ADBCA93550}"/>
              </a:ext>
            </a:extLst>
          </p:cNvPr>
          <p:cNvSpPr/>
          <p:nvPr/>
        </p:nvSpPr>
        <p:spPr>
          <a:xfrm>
            <a:off x="7395649" y="5573789"/>
            <a:ext cx="334999" cy="32363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21" name="Oval 20">
            <a:extLst>
              <a:ext uri="{FF2B5EF4-FFF2-40B4-BE49-F238E27FC236}">
                <a16:creationId xmlns:a16="http://schemas.microsoft.com/office/drawing/2014/main" id="{465BA911-31FC-79FB-CF4B-46293D87ACA4}"/>
              </a:ext>
            </a:extLst>
          </p:cNvPr>
          <p:cNvSpPr/>
          <p:nvPr/>
        </p:nvSpPr>
        <p:spPr>
          <a:xfrm>
            <a:off x="9673287" y="5573788"/>
            <a:ext cx="334999" cy="3236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25" name="Oval 24">
            <a:extLst>
              <a:ext uri="{FF2B5EF4-FFF2-40B4-BE49-F238E27FC236}">
                <a16:creationId xmlns:a16="http://schemas.microsoft.com/office/drawing/2014/main" id="{102AEDDF-D5E2-4F32-6DB4-5EA44FE4FA1E}"/>
              </a:ext>
            </a:extLst>
          </p:cNvPr>
          <p:cNvSpPr/>
          <p:nvPr/>
        </p:nvSpPr>
        <p:spPr>
          <a:xfrm>
            <a:off x="5187716" y="5591787"/>
            <a:ext cx="306798" cy="306211"/>
          </a:xfrm>
          <a:prstGeom prst="ellipse">
            <a:avLst/>
          </a:prstGeom>
          <a:solidFill>
            <a:schemeClr val="accent1"/>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FFFFFF"/>
              </a:solidFill>
              <a:effectLst/>
              <a:uLnTx/>
              <a:uFillTx/>
              <a:latin typeface="Arial"/>
              <a:ea typeface="+mn-ea"/>
              <a:cs typeface="+mn-cs"/>
            </a:endParaRPr>
          </a:p>
        </p:txBody>
      </p:sp>
      <p:sp>
        <p:nvSpPr>
          <p:cNvPr id="29" name="Oval 28">
            <a:extLst>
              <a:ext uri="{FF2B5EF4-FFF2-40B4-BE49-F238E27FC236}">
                <a16:creationId xmlns:a16="http://schemas.microsoft.com/office/drawing/2014/main" id="{38FDA7D3-BFDE-64BE-DBEB-112E94B747C1}"/>
              </a:ext>
            </a:extLst>
          </p:cNvPr>
          <p:cNvSpPr/>
          <p:nvPr/>
        </p:nvSpPr>
        <p:spPr>
          <a:xfrm>
            <a:off x="9673478" y="5098323"/>
            <a:ext cx="334999" cy="3236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err="1">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280030431"/>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2A0EA-9B3E-B563-719E-F0E63E4E37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C095E7-59AF-E825-536A-FFDE90EB56B6}"/>
              </a:ext>
            </a:extLst>
          </p:cNvPr>
          <p:cNvSpPr>
            <a:spLocks noGrp="1"/>
          </p:cNvSpPr>
          <p:nvPr>
            <p:ph type="title"/>
          </p:nvPr>
        </p:nvSpPr>
        <p:spPr/>
        <p:txBody>
          <a:bodyPr/>
          <a:lstStyle/>
          <a:p>
            <a:r>
              <a:rPr lang="en-US" dirty="0"/>
              <a:t>SailPoint Access Reviews</a:t>
            </a:r>
          </a:p>
        </p:txBody>
      </p:sp>
      <p:graphicFrame>
        <p:nvGraphicFramePr>
          <p:cNvPr id="3" name="Table 2">
            <a:extLst>
              <a:ext uri="{FF2B5EF4-FFF2-40B4-BE49-F238E27FC236}">
                <a16:creationId xmlns:a16="http://schemas.microsoft.com/office/drawing/2014/main" id="{0ABD2E79-B249-0FFD-1183-070D94B5F414}"/>
              </a:ext>
            </a:extLst>
          </p:cNvPr>
          <p:cNvGraphicFramePr>
            <a:graphicFrameLocks noGrp="1"/>
          </p:cNvGraphicFramePr>
          <p:nvPr>
            <p:extLst>
              <p:ext uri="{D42A27DB-BD31-4B8C-83A1-F6EECF244321}">
                <p14:modId xmlns:p14="http://schemas.microsoft.com/office/powerpoint/2010/main" val="1588749244"/>
              </p:ext>
            </p:extLst>
          </p:nvPr>
        </p:nvGraphicFramePr>
        <p:xfrm>
          <a:off x="998399" y="965200"/>
          <a:ext cx="10195201" cy="4831441"/>
        </p:xfrm>
        <a:graphic>
          <a:graphicData uri="http://schemas.openxmlformats.org/drawingml/2006/table">
            <a:tbl>
              <a:tblPr firstRow="1" bandRow="1">
                <a:tableStyleId>{0E3FDE45-AF77-4B5C-9715-49D594BDF05E}</a:tableStyleId>
              </a:tblPr>
              <a:tblGrid>
                <a:gridCol w="2197188">
                  <a:extLst>
                    <a:ext uri="{9D8B030D-6E8A-4147-A177-3AD203B41FA5}">
                      <a16:colId xmlns:a16="http://schemas.microsoft.com/office/drawing/2014/main" val="4040233277"/>
                    </a:ext>
                  </a:extLst>
                </a:gridCol>
                <a:gridCol w="7998013">
                  <a:extLst>
                    <a:ext uri="{9D8B030D-6E8A-4147-A177-3AD203B41FA5}">
                      <a16:colId xmlns:a16="http://schemas.microsoft.com/office/drawing/2014/main" val="953264680"/>
                    </a:ext>
                  </a:extLst>
                </a:gridCol>
              </a:tblGrid>
              <a:tr h="293850">
                <a:tc>
                  <a:txBody>
                    <a:bodyPr/>
                    <a:lstStyle/>
                    <a:p>
                      <a:pPr algn="ctr"/>
                      <a:r>
                        <a:rPr lang="en-US" sz="1400" dirty="0">
                          <a:solidFill>
                            <a:schemeClr val="bg1"/>
                          </a:solidFill>
                        </a:rPr>
                        <a:t>SailPoint</a:t>
                      </a:r>
                    </a:p>
                  </a:txBody>
                  <a:tcPr>
                    <a:solidFill>
                      <a:schemeClr val="accent5"/>
                    </a:solidFill>
                  </a:tcPr>
                </a:tc>
                <a:tc>
                  <a:txBody>
                    <a:bodyPr/>
                    <a:lstStyle/>
                    <a:p>
                      <a:pPr algn="ctr"/>
                      <a:r>
                        <a:rPr lang="en-US" sz="1400" dirty="0">
                          <a:solidFill>
                            <a:schemeClr val="bg1"/>
                          </a:solidFill>
                        </a:rPr>
                        <a:t>Description</a:t>
                      </a:r>
                    </a:p>
                  </a:txBody>
                  <a:tcPr>
                    <a:solidFill>
                      <a:schemeClr val="accent5"/>
                    </a:solidFill>
                  </a:tcPr>
                </a:tc>
                <a:extLst>
                  <a:ext uri="{0D108BD9-81ED-4DB2-BD59-A6C34878D82A}">
                    <a16:rowId xmlns:a16="http://schemas.microsoft.com/office/drawing/2014/main" val="1511559285"/>
                  </a:ext>
                </a:extLst>
              </a:tr>
              <a:tr h="6121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dirty="0"/>
                        <a:t>Targeted Certification </a:t>
                      </a:r>
                      <a:endParaRPr lang="en-US" sz="1050" b="0" dirty="0">
                        <a:latin typeface="+mn-lt"/>
                      </a:endParaRP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dirty="0">
                          <a:solidFill>
                            <a:schemeClr val="tx1"/>
                          </a:solidFill>
                        </a:rPr>
                        <a:t>The most flexible type of certification, designed to meet most organizations' full range of certification needs from a single place. In a Targeted Certification you can certify role, entitlement, and account access for a narrowly defined set of your users. The Targeted Certification gives you a high level of flexibility in choosing which parameters to include in the certification, such as who, what, and when to certify.</a:t>
                      </a:r>
                      <a:endParaRPr lang="en-US" sz="1050" kern="1200" dirty="0">
                        <a:solidFill>
                          <a:schemeClr val="tx1"/>
                        </a:solidFill>
                        <a:latin typeface="+mn-lt"/>
                        <a:ea typeface="+mn-ea"/>
                        <a:cs typeface="+mn-cs"/>
                      </a:endParaRPr>
                    </a:p>
                  </a:txBody>
                  <a:tcPr anchor="ctr">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tcPr>
                </a:tc>
                <a:extLst>
                  <a:ext uri="{0D108BD9-81ED-4DB2-BD59-A6C34878D82A}">
                    <a16:rowId xmlns:a16="http://schemas.microsoft.com/office/drawing/2014/main" val="20902300"/>
                  </a:ext>
                </a:extLst>
              </a:tr>
              <a:tr h="4775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u="none" strike="noStrike" kern="1200" cap="none" spc="0" normalizeH="0" baseline="0" noProof="0" dirty="0">
                          <a:ln>
                            <a:noFill/>
                          </a:ln>
                          <a:solidFill>
                            <a:srgbClr val="000000"/>
                          </a:solidFill>
                          <a:effectLst/>
                          <a:uLnTx/>
                          <a:uFillTx/>
                        </a:rPr>
                        <a:t>Manager Certification </a:t>
                      </a:r>
                      <a:endParaRPr kumimoji="0" lang="en-US" sz="1050" b="0" i="0" u="none" strike="noStrike" kern="1200" cap="none" spc="0" normalizeH="0" baseline="0" noProof="0" dirty="0">
                        <a:ln>
                          <a:noFill/>
                        </a:ln>
                        <a:solidFill>
                          <a:srgbClr val="000000"/>
                        </a:solidFill>
                        <a:effectLst/>
                        <a:uLnTx/>
                        <a:uFillTx/>
                        <a:latin typeface="+mn-lt"/>
                        <a:ea typeface="+mn-ea"/>
                        <a:cs typeface="+mn-cs"/>
                      </a:endParaRP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dirty="0">
                          <a:solidFill>
                            <a:schemeClr val="tx1"/>
                          </a:solidFill>
                        </a:rPr>
                        <a:t>Certify that a manager's direct reports have the right entitlements they need to do their job, and no more than that. You can configure a Manager Certification to include all managers in the company, or only specific managers. You can also configure which applications you want to certify as part of the Manager Certification.</a:t>
                      </a:r>
                      <a:endParaRPr lang="en-US" sz="1050" kern="1200" dirty="0">
                        <a:solidFill>
                          <a:schemeClr val="tx1"/>
                        </a:solidFill>
                        <a:latin typeface="+mn-lt"/>
                        <a:ea typeface="+mn-ea"/>
                        <a:cs typeface="+mn-cs"/>
                      </a:endParaRPr>
                    </a:p>
                  </a:txBody>
                  <a:tcPr anchor="ctr">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tcPr>
                </a:tc>
                <a:extLst>
                  <a:ext uri="{0D108BD9-81ED-4DB2-BD59-A6C34878D82A}">
                    <a16:rowId xmlns:a16="http://schemas.microsoft.com/office/drawing/2014/main" val="4255867284"/>
                  </a:ext>
                </a:extLst>
              </a:tr>
              <a:tr h="3428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u="none" strike="noStrike" kern="1200" cap="none" spc="0" normalizeH="0" baseline="0" noProof="0" dirty="0">
                          <a:ln>
                            <a:noFill/>
                          </a:ln>
                          <a:solidFill>
                            <a:srgbClr val="000000"/>
                          </a:solidFill>
                          <a:effectLst/>
                          <a:uLnTx/>
                          <a:uFillTx/>
                        </a:rPr>
                        <a:t>App Owner Certification </a:t>
                      </a:r>
                      <a:endParaRPr kumimoji="0" lang="en-US" sz="1050" b="0" i="0" u="none" strike="noStrike" kern="1200" cap="none" spc="0" normalizeH="0" baseline="0" noProof="0" dirty="0">
                        <a:ln>
                          <a:noFill/>
                        </a:ln>
                        <a:solidFill>
                          <a:srgbClr val="000000"/>
                        </a:solidFill>
                        <a:effectLst/>
                        <a:uLnTx/>
                        <a:uFillTx/>
                        <a:latin typeface="+mn-lt"/>
                        <a:ea typeface="+mn-ea"/>
                        <a:cs typeface="+mn-cs"/>
                      </a:endParaRP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dirty="0">
                          <a:solidFill>
                            <a:schemeClr val="tx1"/>
                          </a:solidFill>
                        </a:rPr>
                        <a:t>Certify that all identities that have access to applications for which the reviewer is responsible have the proper entitlements.</a:t>
                      </a:r>
                      <a:endParaRPr lang="en-US" sz="1050" kern="1200" dirty="0">
                        <a:solidFill>
                          <a:schemeClr val="tx1"/>
                        </a:solidFill>
                        <a:latin typeface="+mn-lt"/>
                        <a:ea typeface="+mn-ea"/>
                        <a:cs typeface="+mn-cs"/>
                      </a:endParaRPr>
                    </a:p>
                  </a:txBody>
                  <a:tcPr anchor="ctr">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tcPr>
                </a:tc>
                <a:extLst>
                  <a:ext uri="{0D108BD9-81ED-4DB2-BD59-A6C34878D82A}">
                    <a16:rowId xmlns:a16="http://schemas.microsoft.com/office/drawing/2014/main" val="2205219524"/>
                  </a:ext>
                </a:extLst>
              </a:tr>
              <a:tr h="3160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u="none" strike="noStrike" kern="1200" cap="none" spc="0" normalizeH="0" baseline="0" noProof="0" dirty="0">
                          <a:ln>
                            <a:noFill/>
                          </a:ln>
                          <a:solidFill>
                            <a:srgbClr val="000000"/>
                          </a:solidFill>
                          <a:effectLst/>
                          <a:uLnTx/>
                          <a:uFillTx/>
                        </a:rPr>
                        <a:t>Entitlement Owner Certification </a:t>
                      </a:r>
                      <a:endParaRPr kumimoji="0" lang="en-US" sz="1050" b="0" i="0" u="none" strike="noStrike" kern="1200" cap="none" spc="0" normalizeH="0" baseline="0" noProof="0" dirty="0">
                        <a:ln>
                          <a:noFill/>
                        </a:ln>
                        <a:solidFill>
                          <a:srgbClr val="000000"/>
                        </a:solidFill>
                        <a:effectLst/>
                        <a:uLnTx/>
                        <a:uFillTx/>
                        <a:latin typeface="+mn-lt"/>
                        <a:ea typeface="+mn-ea"/>
                        <a:cs typeface="+mn-cs"/>
                      </a:endParaRP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dirty="0">
                          <a:solidFill>
                            <a:schemeClr val="tx1"/>
                          </a:solidFill>
                        </a:rPr>
                        <a:t>Certify that all identities that have access to entitlements for which the reviewer is responsible are correct.</a:t>
                      </a:r>
                      <a:endParaRPr lang="en-US" sz="1050" kern="1200" dirty="0">
                        <a:solidFill>
                          <a:schemeClr val="tx1"/>
                        </a:solidFill>
                        <a:latin typeface="+mn-lt"/>
                        <a:ea typeface="+mn-ea"/>
                        <a:cs typeface="+mn-cs"/>
                      </a:endParaRPr>
                    </a:p>
                  </a:txBody>
                  <a:tcPr anchor="ctr">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tcPr>
                </a:tc>
                <a:extLst>
                  <a:ext uri="{0D108BD9-81ED-4DB2-BD59-A6C34878D82A}">
                    <a16:rowId xmlns:a16="http://schemas.microsoft.com/office/drawing/2014/main" val="2484537358"/>
                  </a:ext>
                </a:extLst>
              </a:tr>
              <a:tr h="3160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u="none" strike="noStrike" kern="1200" cap="none" spc="0" normalizeH="0" baseline="0" noProof="0" dirty="0">
                          <a:ln>
                            <a:noFill/>
                          </a:ln>
                          <a:solidFill>
                            <a:srgbClr val="000000"/>
                          </a:solidFill>
                          <a:effectLst/>
                          <a:uLnTx/>
                          <a:uFillTx/>
                        </a:rPr>
                        <a:t>Advanced Certification </a:t>
                      </a:r>
                      <a:endParaRPr kumimoji="0" lang="en-US" sz="1050" b="0" i="0" u="none" strike="noStrike" kern="1200" cap="none" spc="0" normalizeH="0" baseline="0" noProof="0" dirty="0">
                        <a:ln>
                          <a:noFill/>
                        </a:ln>
                        <a:solidFill>
                          <a:srgbClr val="000000"/>
                        </a:solidFill>
                        <a:effectLst/>
                        <a:uLnTx/>
                        <a:uFillTx/>
                        <a:latin typeface="+mn-lt"/>
                        <a:ea typeface="+mn-ea"/>
                        <a:cs typeface="+mn-cs"/>
                      </a:endParaRP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dirty="0">
                          <a:solidFill>
                            <a:schemeClr val="tx1"/>
                          </a:solidFill>
                        </a:rPr>
                        <a:t>Certify entitlements and roles for all identities included in a specific population or group.</a:t>
                      </a:r>
                      <a:endParaRPr lang="en-US" sz="1050" kern="1200" dirty="0">
                        <a:solidFill>
                          <a:schemeClr val="tx1"/>
                        </a:solidFill>
                        <a:latin typeface="+mn-lt"/>
                        <a:ea typeface="+mn-ea"/>
                        <a:cs typeface="+mn-cs"/>
                      </a:endParaRPr>
                    </a:p>
                  </a:txBody>
                  <a:tcPr anchor="ctr">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tcPr>
                </a:tc>
                <a:extLst>
                  <a:ext uri="{0D108BD9-81ED-4DB2-BD59-A6C34878D82A}">
                    <a16:rowId xmlns:a16="http://schemas.microsoft.com/office/drawing/2014/main" val="4261974141"/>
                  </a:ext>
                </a:extLst>
              </a:tr>
              <a:tr h="4031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u="none" strike="noStrike" kern="1200" cap="none" spc="0" normalizeH="0" baseline="0" noProof="0" dirty="0">
                          <a:ln>
                            <a:noFill/>
                          </a:ln>
                          <a:solidFill>
                            <a:srgbClr val="000000"/>
                          </a:solidFill>
                          <a:effectLst/>
                          <a:uLnTx/>
                          <a:uFillTx/>
                        </a:rPr>
                        <a:t>Account Group Membership Certification </a:t>
                      </a:r>
                      <a:endParaRPr kumimoji="0" lang="en-US" sz="1050" b="0" i="0" u="none" strike="noStrike" kern="1200" cap="none" spc="0" normalizeH="0" baseline="0" noProof="0" dirty="0">
                        <a:ln>
                          <a:noFill/>
                        </a:ln>
                        <a:solidFill>
                          <a:srgbClr val="000000"/>
                        </a:solidFill>
                        <a:effectLst/>
                        <a:uLnTx/>
                        <a:uFillTx/>
                        <a:latin typeface="+mn-lt"/>
                        <a:ea typeface="+mn-ea"/>
                        <a:cs typeface="+mn-cs"/>
                      </a:endParaRP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dirty="0">
                          <a:solidFill>
                            <a:schemeClr val="tx1"/>
                          </a:solidFill>
                        </a:rPr>
                        <a:t>Certify that all accounts which make up an account group are correct – that is, are the right accounts in the account group. Account groups that do not have owners assigned are certified by the owner of the application on which they reside.</a:t>
                      </a:r>
                      <a:endParaRPr lang="en-US" sz="1050" kern="1200" dirty="0">
                        <a:solidFill>
                          <a:schemeClr val="tx1"/>
                        </a:solidFill>
                        <a:latin typeface="+mn-lt"/>
                        <a:ea typeface="+mn-ea"/>
                        <a:cs typeface="+mn-cs"/>
                      </a:endParaRPr>
                    </a:p>
                  </a:txBody>
                  <a:tcPr anchor="ctr">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tcPr>
                </a:tc>
                <a:extLst>
                  <a:ext uri="{0D108BD9-81ED-4DB2-BD59-A6C34878D82A}">
                    <a16:rowId xmlns:a16="http://schemas.microsoft.com/office/drawing/2014/main" val="204292859"/>
                  </a:ext>
                </a:extLst>
              </a:tr>
              <a:tr h="4031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u="none" strike="noStrike" kern="1200" cap="none" spc="0" normalizeH="0" baseline="0" noProof="0" dirty="0">
                          <a:ln>
                            <a:noFill/>
                          </a:ln>
                          <a:solidFill>
                            <a:srgbClr val="000000"/>
                          </a:solidFill>
                          <a:effectLst/>
                          <a:uLnTx/>
                          <a:uFillTx/>
                        </a:rPr>
                        <a:t>Account Group Permissions Certification </a:t>
                      </a:r>
                      <a:endParaRPr kumimoji="0" lang="en-US" sz="1050" b="0" i="0" u="none" strike="noStrike" kern="1200" cap="none" spc="0" normalizeH="0" baseline="0" noProof="0" dirty="0">
                        <a:ln>
                          <a:noFill/>
                        </a:ln>
                        <a:solidFill>
                          <a:srgbClr val="000000"/>
                        </a:solidFill>
                        <a:effectLst/>
                        <a:uLnTx/>
                        <a:uFillTx/>
                        <a:latin typeface="+mn-lt"/>
                        <a:ea typeface="+mn-ea"/>
                        <a:cs typeface="+mn-cs"/>
                      </a:endParaRP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dirty="0">
                          <a:solidFill>
                            <a:schemeClr val="tx1"/>
                          </a:solidFill>
                        </a:rPr>
                        <a:t>Certify that all permissions that are granted to an account group for selected application(s) are correct. Account groups that do not have owners assigned are certified by the owner of the application on which they reside.</a:t>
                      </a:r>
                      <a:endParaRPr lang="en-US" sz="1050" kern="1200" dirty="0">
                        <a:solidFill>
                          <a:schemeClr val="tx1"/>
                        </a:solidFill>
                        <a:latin typeface="+mn-lt"/>
                        <a:ea typeface="+mn-ea"/>
                        <a:cs typeface="+mn-cs"/>
                      </a:endParaRPr>
                    </a:p>
                  </a:txBody>
                  <a:tcPr anchor="ctr">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tcPr>
                </a:tc>
                <a:extLst>
                  <a:ext uri="{0D108BD9-81ED-4DB2-BD59-A6C34878D82A}">
                    <a16:rowId xmlns:a16="http://schemas.microsoft.com/office/drawing/2014/main" val="2218629850"/>
                  </a:ext>
                </a:extLst>
              </a:tr>
              <a:tr h="3160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u="none" strike="noStrike" kern="1200" cap="none" spc="0" normalizeH="0" baseline="0" noProof="0" dirty="0">
                          <a:ln>
                            <a:noFill/>
                          </a:ln>
                          <a:solidFill>
                            <a:srgbClr val="000000"/>
                          </a:solidFill>
                          <a:effectLst/>
                          <a:uLnTx/>
                          <a:uFillTx/>
                        </a:rPr>
                        <a:t>Role Membership Certification</a:t>
                      </a:r>
                      <a:endParaRPr kumimoji="0" lang="en-US" sz="1050" b="0" i="0" u="none" strike="noStrike" kern="1200" cap="none" spc="0" normalizeH="0" baseline="0" noProof="0" dirty="0">
                        <a:ln>
                          <a:noFill/>
                        </a:ln>
                        <a:solidFill>
                          <a:srgbClr val="000000"/>
                        </a:solidFill>
                        <a:effectLst/>
                        <a:uLnTx/>
                        <a:uFillTx/>
                        <a:latin typeface="+mn-lt"/>
                        <a:ea typeface="+mn-ea"/>
                        <a:cs typeface="+mn-cs"/>
                      </a:endParaRP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dirty="0">
                          <a:solidFill>
                            <a:schemeClr val="tx1"/>
                          </a:solidFill>
                        </a:rPr>
                        <a:t>Certify that roles for which the reviewer is responsible are assigned to the correct identities.</a:t>
                      </a:r>
                      <a:endParaRPr lang="en-US" sz="1050" kern="1200" dirty="0">
                        <a:solidFill>
                          <a:schemeClr val="tx1"/>
                        </a:solidFill>
                        <a:latin typeface="+mn-lt"/>
                        <a:ea typeface="+mn-ea"/>
                        <a:cs typeface="+mn-cs"/>
                      </a:endParaRPr>
                    </a:p>
                  </a:txBody>
                  <a:tcPr anchor="ctr">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tcPr>
                </a:tc>
                <a:extLst>
                  <a:ext uri="{0D108BD9-81ED-4DB2-BD59-A6C34878D82A}">
                    <a16:rowId xmlns:a16="http://schemas.microsoft.com/office/drawing/2014/main" val="2833131308"/>
                  </a:ext>
                </a:extLst>
              </a:tr>
              <a:tr h="3160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u="none" strike="noStrike" kern="1200" cap="none" spc="0" normalizeH="0" baseline="0" noProof="0" dirty="0">
                          <a:ln>
                            <a:noFill/>
                          </a:ln>
                          <a:solidFill>
                            <a:srgbClr val="000000"/>
                          </a:solidFill>
                          <a:effectLst/>
                          <a:uLnTx/>
                          <a:uFillTx/>
                        </a:rPr>
                        <a:t>Role Composition Certification</a:t>
                      </a:r>
                      <a:endParaRPr kumimoji="0" lang="en-US" sz="1050" b="0" i="0" u="none" strike="noStrike" kern="1200" cap="none" spc="0" normalizeH="0" baseline="0" noProof="0" dirty="0">
                        <a:ln>
                          <a:noFill/>
                        </a:ln>
                        <a:solidFill>
                          <a:srgbClr val="000000"/>
                        </a:solidFill>
                        <a:effectLst/>
                        <a:uLnTx/>
                        <a:uFillTx/>
                        <a:latin typeface="+mn-lt"/>
                        <a:ea typeface="+mn-ea"/>
                        <a:cs typeface="+mn-cs"/>
                      </a:endParaRP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dirty="0">
                          <a:solidFill>
                            <a:schemeClr val="tx1"/>
                          </a:solidFill>
                        </a:rPr>
                        <a:t>Certify that roles for which the reviewer is responsible are composed of the proper permissions and entitlements.</a:t>
                      </a:r>
                      <a:endParaRPr lang="en-US" sz="1050" kern="1200" dirty="0">
                        <a:solidFill>
                          <a:schemeClr val="tx1"/>
                        </a:solidFill>
                        <a:latin typeface="+mn-lt"/>
                        <a:ea typeface="+mn-ea"/>
                        <a:cs typeface="+mn-cs"/>
                      </a:endParaRPr>
                    </a:p>
                  </a:txBody>
                  <a:tcPr anchor="ctr">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tcPr>
                </a:tc>
                <a:extLst>
                  <a:ext uri="{0D108BD9-81ED-4DB2-BD59-A6C34878D82A}">
                    <a16:rowId xmlns:a16="http://schemas.microsoft.com/office/drawing/2014/main" val="3289560920"/>
                  </a:ext>
                </a:extLst>
              </a:tr>
              <a:tr h="4775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u="none" strike="noStrike" kern="1200" cap="none" spc="0" normalizeH="0" baseline="0" noProof="0" dirty="0">
                          <a:ln>
                            <a:noFill/>
                          </a:ln>
                          <a:solidFill>
                            <a:srgbClr val="000000"/>
                          </a:solidFill>
                          <a:effectLst/>
                          <a:uLnTx/>
                          <a:uFillTx/>
                        </a:rPr>
                        <a:t>Identity Certification </a:t>
                      </a:r>
                      <a:endParaRPr kumimoji="0" lang="en-US" sz="1050" b="0" i="0" u="none" strike="noStrike" kern="1200" cap="none" spc="0" normalizeH="0" baseline="0" noProof="0" dirty="0">
                        <a:ln>
                          <a:noFill/>
                        </a:ln>
                        <a:solidFill>
                          <a:srgbClr val="000000"/>
                        </a:solidFill>
                        <a:effectLst/>
                        <a:uLnTx/>
                        <a:uFillTx/>
                        <a:latin typeface="+mn-lt"/>
                        <a:ea typeface="+mn-ea"/>
                        <a:cs typeface="+mn-cs"/>
                      </a:endParaRP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dirty="0">
                          <a:solidFill>
                            <a:schemeClr val="tx1"/>
                          </a:solidFill>
                        </a:rPr>
                        <a:t>This type of certification is used for "one-off" certifications that are launched from the Identity Risk Score, Identity Search Results, or Policy Violation pages. These certifications verify the entitlement information for the identities, typically for at-risk users.</a:t>
                      </a:r>
                      <a:endParaRPr lang="en-US" sz="1050" kern="1200" dirty="0">
                        <a:solidFill>
                          <a:schemeClr val="tx1"/>
                        </a:solidFill>
                        <a:latin typeface="+mn-lt"/>
                        <a:ea typeface="+mn-ea"/>
                        <a:cs typeface="+mn-cs"/>
                      </a:endParaRPr>
                    </a:p>
                  </a:txBody>
                  <a:tcPr anchor="ctr">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tcPr>
                </a:tc>
                <a:extLst>
                  <a:ext uri="{0D108BD9-81ED-4DB2-BD59-A6C34878D82A}">
                    <a16:rowId xmlns:a16="http://schemas.microsoft.com/office/drawing/2014/main" val="2593470909"/>
                  </a:ext>
                </a:extLst>
              </a:tr>
              <a:tr h="3160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u="none" strike="noStrike" kern="1200" cap="none" spc="0" normalizeH="0" baseline="0" noProof="0" dirty="0">
                          <a:ln>
                            <a:noFill/>
                          </a:ln>
                          <a:solidFill>
                            <a:srgbClr val="000000"/>
                          </a:solidFill>
                          <a:effectLst/>
                          <a:uLnTx/>
                          <a:uFillTx/>
                        </a:rPr>
                        <a:t>Event-Based Certification </a:t>
                      </a:r>
                      <a:endParaRPr kumimoji="0" lang="en-US" sz="1050" b="0" i="0" u="none" strike="noStrike" kern="1200" cap="none" spc="0" normalizeH="0" baseline="0" noProof="0" dirty="0">
                        <a:ln>
                          <a:noFill/>
                        </a:ln>
                        <a:solidFill>
                          <a:srgbClr val="000000"/>
                        </a:solidFill>
                        <a:effectLst/>
                        <a:uLnTx/>
                        <a:uFillTx/>
                        <a:latin typeface="+mn-lt"/>
                        <a:ea typeface="+mn-ea"/>
                        <a:cs typeface="+mn-cs"/>
                      </a:endParaRP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dirty="0">
                          <a:solidFill>
                            <a:schemeClr val="tx1"/>
                          </a:solidFill>
                        </a:rPr>
                        <a:t>Certify the entitlement information for the identities selected based on events detected within </a:t>
                      </a:r>
                      <a:r>
                        <a:rPr lang="en-US" sz="1050" kern="1200" dirty="0" err="1">
                          <a:solidFill>
                            <a:schemeClr val="tx1"/>
                          </a:solidFill>
                        </a:rPr>
                        <a:t>IdentityIQ</a:t>
                      </a:r>
                      <a:r>
                        <a:rPr lang="en-US" sz="1050" kern="1200" dirty="0">
                          <a:solidFill>
                            <a:schemeClr val="tx1"/>
                          </a:solidFill>
                        </a:rPr>
                        <a:t>.</a:t>
                      </a:r>
                      <a:endParaRPr lang="en-US" sz="1050" kern="1200" dirty="0">
                        <a:solidFill>
                          <a:schemeClr val="tx1"/>
                        </a:solidFill>
                        <a:latin typeface="+mn-lt"/>
                        <a:ea typeface="+mn-ea"/>
                        <a:cs typeface="+mn-cs"/>
                      </a:endParaRPr>
                    </a:p>
                  </a:txBody>
                  <a:tcPr anchor="ctr">
                    <a:lnL w="12700" cap="flat" cmpd="sng" algn="ctr">
                      <a:solidFill>
                        <a:srgbClr val="E5E5E5"/>
                      </a:solidFill>
                      <a:prstDash val="solid"/>
                      <a:round/>
                      <a:headEnd type="none" w="med" len="med"/>
                      <a:tailEnd type="none" w="med" len="med"/>
                    </a:lnL>
                    <a:lnR w="12700" cap="flat" cmpd="sng" algn="ctr">
                      <a:solidFill>
                        <a:srgbClr val="E5E5E5"/>
                      </a:solidFill>
                      <a:prstDash val="solid"/>
                      <a:round/>
                      <a:headEnd type="none" w="med" len="med"/>
                      <a:tailEnd type="none" w="med" len="med"/>
                    </a:lnR>
                  </a:tcPr>
                </a:tc>
                <a:extLst>
                  <a:ext uri="{0D108BD9-81ED-4DB2-BD59-A6C34878D82A}">
                    <a16:rowId xmlns:a16="http://schemas.microsoft.com/office/drawing/2014/main" val="3609892542"/>
                  </a:ext>
                </a:extLst>
              </a:tr>
            </a:tbl>
          </a:graphicData>
        </a:graphic>
      </p:graphicFrame>
    </p:spTree>
    <p:extLst>
      <p:ext uri="{BB962C8B-B14F-4D97-AF65-F5344CB8AC3E}">
        <p14:creationId xmlns:p14="http://schemas.microsoft.com/office/powerpoint/2010/main" val="2893350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295F3-46EC-4C52-B6D4-BD84A21AD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9B21F-8A20-5E33-079B-1A7B4EC22890}"/>
              </a:ext>
            </a:extLst>
          </p:cNvPr>
          <p:cNvSpPr>
            <a:spLocks noGrp="1"/>
          </p:cNvSpPr>
          <p:nvPr>
            <p:ph type="title"/>
          </p:nvPr>
        </p:nvSpPr>
        <p:spPr/>
        <p:txBody>
          <a:bodyPr/>
          <a:lstStyle/>
          <a:p>
            <a:r>
              <a:rPr lang="en-US" dirty="0"/>
              <a:t>Saviynt Access Reviews</a:t>
            </a:r>
          </a:p>
        </p:txBody>
      </p:sp>
      <p:graphicFrame>
        <p:nvGraphicFramePr>
          <p:cNvPr id="3" name="Table 2">
            <a:extLst>
              <a:ext uri="{FF2B5EF4-FFF2-40B4-BE49-F238E27FC236}">
                <a16:creationId xmlns:a16="http://schemas.microsoft.com/office/drawing/2014/main" id="{E0EAC85E-3B0A-1D75-4403-80378AED71A2}"/>
              </a:ext>
            </a:extLst>
          </p:cNvPr>
          <p:cNvGraphicFramePr>
            <a:graphicFrameLocks noGrp="1"/>
          </p:cNvGraphicFramePr>
          <p:nvPr>
            <p:extLst>
              <p:ext uri="{D42A27DB-BD31-4B8C-83A1-F6EECF244321}">
                <p14:modId xmlns:p14="http://schemas.microsoft.com/office/powerpoint/2010/main" val="3277629583"/>
              </p:ext>
            </p:extLst>
          </p:nvPr>
        </p:nvGraphicFramePr>
        <p:xfrm>
          <a:off x="998399" y="965200"/>
          <a:ext cx="10195200" cy="2960010"/>
        </p:xfrm>
        <a:graphic>
          <a:graphicData uri="http://schemas.openxmlformats.org/drawingml/2006/table">
            <a:tbl>
              <a:tblPr firstRow="1" bandRow="1">
                <a:tableStyleId>{0E3FDE45-AF77-4B5C-9715-49D594BDF05E}</a:tableStyleId>
              </a:tblPr>
              <a:tblGrid>
                <a:gridCol w="2197188">
                  <a:extLst>
                    <a:ext uri="{9D8B030D-6E8A-4147-A177-3AD203B41FA5}">
                      <a16:colId xmlns:a16="http://schemas.microsoft.com/office/drawing/2014/main" val="4040233277"/>
                    </a:ext>
                  </a:extLst>
                </a:gridCol>
                <a:gridCol w="7998012">
                  <a:extLst>
                    <a:ext uri="{9D8B030D-6E8A-4147-A177-3AD203B41FA5}">
                      <a16:colId xmlns:a16="http://schemas.microsoft.com/office/drawing/2014/main" val="953264680"/>
                    </a:ext>
                  </a:extLst>
                </a:gridCol>
              </a:tblGrid>
              <a:tr h="293850">
                <a:tc>
                  <a:txBody>
                    <a:bodyPr/>
                    <a:lstStyle/>
                    <a:p>
                      <a:pPr algn="ctr"/>
                      <a:r>
                        <a:rPr lang="en-US" sz="1400" dirty="0">
                          <a:solidFill>
                            <a:schemeClr val="bg1"/>
                          </a:solidFill>
                        </a:rPr>
                        <a:t>Saviynt</a:t>
                      </a:r>
                    </a:p>
                  </a:txBody>
                  <a:tcPr>
                    <a:solidFill>
                      <a:schemeClr val="accent4"/>
                    </a:solidFill>
                  </a:tcPr>
                </a:tc>
                <a:tc>
                  <a:txBody>
                    <a:bodyPr/>
                    <a:lstStyle/>
                    <a:p>
                      <a:pPr algn="ctr"/>
                      <a:r>
                        <a:rPr lang="en-US" sz="1400" dirty="0">
                          <a:solidFill>
                            <a:schemeClr val="bg1"/>
                          </a:solidFill>
                        </a:rPr>
                        <a:t>Description</a:t>
                      </a:r>
                    </a:p>
                  </a:txBody>
                  <a:tcPr>
                    <a:solidFill>
                      <a:schemeClr val="accent4"/>
                    </a:solidFill>
                  </a:tcPr>
                </a:tc>
                <a:extLst>
                  <a:ext uri="{0D108BD9-81ED-4DB2-BD59-A6C34878D82A}">
                    <a16:rowId xmlns:a16="http://schemas.microsoft.com/office/drawing/2014/main" val="1511559285"/>
                  </a:ext>
                </a:extLst>
              </a:tr>
              <a:tr h="3428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mn-lt"/>
                          <a:ea typeface="+mn-ea"/>
                          <a:cs typeface="+mn-cs"/>
                        </a:rPr>
                        <a:t>User Manager Certification </a:t>
                      </a: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solidFill>
                        <a:latin typeface="+mn-lt"/>
                        <a:ea typeface="+mn-ea"/>
                        <a:cs typeface="+mn-cs"/>
                      </a:endParaRPr>
                    </a:p>
                  </a:txBody>
                  <a:tcPr anchor="ctr">
                    <a:lnL w="12700" cap="flat" cmpd="sng" algn="ctr">
                      <a:solidFill>
                        <a:srgbClr val="E5E5E5"/>
                      </a:solidFill>
                      <a:prstDash val="solid"/>
                      <a:round/>
                      <a:headEnd type="none" w="med" len="med"/>
                      <a:tailEnd type="none" w="med" len="med"/>
                    </a:lnL>
                  </a:tcPr>
                </a:tc>
                <a:extLst>
                  <a:ext uri="{0D108BD9-81ED-4DB2-BD59-A6C34878D82A}">
                    <a16:rowId xmlns:a16="http://schemas.microsoft.com/office/drawing/2014/main" val="4010668730"/>
                  </a:ext>
                </a:extLst>
              </a:tr>
              <a:tr h="3428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u="none" strike="noStrike" kern="1200" cap="none" spc="0" normalizeH="0" baseline="0" noProof="0" dirty="0">
                          <a:ln>
                            <a:noFill/>
                          </a:ln>
                          <a:solidFill>
                            <a:srgbClr val="000000"/>
                          </a:solidFill>
                          <a:effectLst/>
                          <a:uLnTx/>
                          <a:uFillTx/>
                        </a:rPr>
                        <a:t>App Owner Certification </a:t>
                      </a:r>
                      <a:endParaRPr kumimoji="0" lang="en-US" sz="1100" b="0" i="0" u="none" strike="noStrike" kern="1200" cap="none" spc="0" normalizeH="0" baseline="0" noProof="0" dirty="0">
                        <a:ln>
                          <a:noFill/>
                        </a:ln>
                        <a:solidFill>
                          <a:srgbClr val="000000"/>
                        </a:solidFill>
                        <a:effectLst/>
                        <a:uLnTx/>
                        <a:uFillTx/>
                        <a:latin typeface="+mn-lt"/>
                        <a:ea typeface="+mn-ea"/>
                        <a:cs typeface="+mn-cs"/>
                      </a:endParaRP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solidFill>
                        <a:latin typeface="+mn-lt"/>
                        <a:ea typeface="+mn-ea"/>
                        <a:cs typeface="+mn-cs"/>
                      </a:endParaRPr>
                    </a:p>
                  </a:txBody>
                  <a:tcPr anchor="ctr">
                    <a:lnL w="12700" cap="flat" cmpd="sng" algn="ctr">
                      <a:solidFill>
                        <a:srgbClr val="E5E5E5"/>
                      </a:solidFill>
                      <a:prstDash val="solid"/>
                      <a:round/>
                      <a:headEnd type="none" w="med" len="med"/>
                      <a:tailEnd type="none" w="med" len="med"/>
                    </a:lnL>
                  </a:tcPr>
                </a:tc>
                <a:extLst>
                  <a:ext uri="{0D108BD9-81ED-4DB2-BD59-A6C34878D82A}">
                    <a16:rowId xmlns:a16="http://schemas.microsoft.com/office/drawing/2014/main" val="2205219524"/>
                  </a:ext>
                </a:extLst>
              </a:tr>
              <a:tr h="3892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u="none" strike="noStrike" kern="1200" cap="none" spc="0" normalizeH="0" baseline="0" noProof="0" dirty="0">
                          <a:ln>
                            <a:noFill/>
                          </a:ln>
                          <a:solidFill>
                            <a:srgbClr val="000000"/>
                          </a:solidFill>
                          <a:effectLst/>
                          <a:uLnTx/>
                          <a:uFillTx/>
                        </a:rPr>
                        <a:t>Role Owner Certification </a:t>
                      </a:r>
                      <a:endParaRPr kumimoji="0" lang="en-US" sz="1100" b="0" i="0" u="none" strike="noStrike" kern="1200" cap="none" spc="0" normalizeH="0" baseline="0" noProof="0" dirty="0">
                        <a:ln>
                          <a:noFill/>
                        </a:ln>
                        <a:solidFill>
                          <a:srgbClr val="000000"/>
                        </a:solidFill>
                        <a:effectLst/>
                        <a:uLnTx/>
                        <a:uFillTx/>
                        <a:latin typeface="+mn-lt"/>
                        <a:ea typeface="+mn-ea"/>
                        <a:cs typeface="+mn-cs"/>
                      </a:endParaRP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solidFill>
                        <a:latin typeface="+mn-lt"/>
                        <a:ea typeface="+mn-ea"/>
                        <a:cs typeface="+mn-cs"/>
                      </a:endParaRPr>
                    </a:p>
                  </a:txBody>
                  <a:tcPr anchor="ctr">
                    <a:lnL w="12700" cap="flat" cmpd="sng" algn="ctr">
                      <a:solidFill>
                        <a:srgbClr val="E5E5E5"/>
                      </a:solidFill>
                      <a:prstDash val="solid"/>
                      <a:round/>
                      <a:headEnd type="none" w="med" len="med"/>
                      <a:tailEnd type="none" w="med" len="med"/>
                    </a:lnL>
                  </a:tcPr>
                </a:tc>
                <a:extLst>
                  <a:ext uri="{0D108BD9-81ED-4DB2-BD59-A6C34878D82A}">
                    <a16:rowId xmlns:a16="http://schemas.microsoft.com/office/drawing/2014/main" val="2484537358"/>
                  </a:ext>
                </a:extLst>
              </a:tr>
              <a:tr h="3160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u="none" strike="noStrike" kern="1200" cap="none" spc="0" normalizeH="0" baseline="0" noProof="0" dirty="0">
                          <a:ln>
                            <a:noFill/>
                          </a:ln>
                          <a:solidFill>
                            <a:srgbClr val="000000"/>
                          </a:solidFill>
                          <a:effectLst/>
                          <a:uLnTx/>
                          <a:uFillTx/>
                        </a:rPr>
                        <a:t>Role Membership Certification</a:t>
                      </a:r>
                      <a:endParaRPr kumimoji="0" lang="en-US" sz="1100" b="0" i="0" u="none" strike="noStrike" kern="1200" cap="none" spc="0" normalizeH="0" baseline="0" noProof="0" dirty="0">
                        <a:ln>
                          <a:noFill/>
                        </a:ln>
                        <a:solidFill>
                          <a:srgbClr val="000000"/>
                        </a:solidFill>
                        <a:effectLst/>
                        <a:uLnTx/>
                        <a:uFillTx/>
                        <a:latin typeface="+mn-lt"/>
                        <a:ea typeface="+mn-ea"/>
                        <a:cs typeface="+mn-cs"/>
                      </a:endParaRP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solidFill>
                        <a:latin typeface="+mn-lt"/>
                        <a:ea typeface="+mn-ea"/>
                        <a:cs typeface="+mn-cs"/>
                      </a:endParaRPr>
                    </a:p>
                  </a:txBody>
                  <a:tcPr anchor="ctr">
                    <a:lnL w="12700" cap="flat" cmpd="sng" algn="ctr">
                      <a:solidFill>
                        <a:srgbClr val="E5E5E5"/>
                      </a:solidFill>
                      <a:prstDash val="solid"/>
                      <a:round/>
                      <a:headEnd type="none" w="med" len="med"/>
                      <a:tailEnd type="none" w="med" len="med"/>
                    </a:lnL>
                  </a:tcPr>
                </a:tc>
                <a:extLst>
                  <a:ext uri="{0D108BD9-81ED-4DB2-BD59-A6C34878D82A}">
                    <a16:rowId xmlns:a16="http://schemas.microsoft.com/office/drawing/2014/main" val="2833131308"/>
                  </a:ext>
                </a:extLst>
              </a:tr>
              <a:tr h="3160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u="none" strike="noStrike" kern="1200" cap="none" spc="0" normalizeH="0" baseline="0" noProof="0" dirty="0">
                          <a:ln>
                            <a:noFill/>
                          </a:ln>
                          <a:solidFill>
                            <a:srgbClr val="000000"/>
                          </a:solidFill>
                          <a:effectLst/>
                          <a:uLnTx/>
                          <a:uFillTx/>
                        </a:rPr>
                        <a:t>Role Composition Certification</a:t>
                      </a:r>
                      <a:endParaRPr kumimoji="0" lang="en-US" sz="1100" b="0" i="0" u="none" strike="noStrike" kern="1200" cap="none" spc="0" normalizeH="0" baseline="0" noProof="0" dirty="0">
                        <a:ln>
                          <a:noFill/>
                        </a:ln>
                        <a:solidFill>
                          <a:srgbClr val="000000"/>
                        </a:solidFill>
                        <a:effectLst/>
                        <a:uLnTx/>
                        <a:uFillTx/>
                        <a:latin typeface="+mn-lt"/>
                        <a:ea typeface="+mn-ea"/>
                        <a:cs typeface="+mn-cs"/>
                      </a:endParaRP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solidFill>
                        <a:latin typeface="+mn-lt"/>
                        <a:ea typeface="+mn-ea"/>
                        <a:cs typeface="+mn-cs"/>
                      </a:endParaRPr>
                    </a:p>
                  </a:txBody>
                  <a:tcPr anchor="ctr">
                    <a:lnL w="12700" cap="flat" cmpd="sng" algn="ctr">
                      <a:solidFill>
                        <a:srgbClr val="E5E5E5"/>
                      </a:solidFill>
                      <a:prstDash val="solid"/>
                      <a:round/>
                      <a:headEnd type="none" w="med" len="med"/>
                      <a:tailEnd type="none" w="med" len="med"/>
                    </a:lnL>
                  </a:tcPr>
                </a:tc>
                <a:extLst>
                  <a:ext uri="{0D108BD9-81ED-4DB2-BD59-A6C34878D82A}">
                    <a16:rowId xmlns:a16="http://schemas.microsoft.com/office/drawing/2014/main" val="3289560920"/>
                  </a:ext>
                </a:extLst>
              </a:tr>
              <a:tr h="3160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mn-lt"/>
                          <a:ea typeface="+mn-ea"/>
                          <a:cs typeface="+mn-cs"/>
                        </a:rPr>
                        <a:t>Service Account Certification </a:t>
                      </a: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solidFill>
                        <a:latin typeface="+mn-lt"/>
                        <a:ea typeface="+mn-ea"/>
                        <a:cs typeface="+mn-cs"/>
                      </a:endParaRPr>
                    </a:p>
                  </a:txBody>
                  <a:tcPr anchor="ctr">
                    <a:lnL w="12700" cap="flat" cmpd="sng" algn="ctr">
                      <a:solidFill>
                        <a:srgbClr val="E5E5E5"/>
                      </a:solidFill>
                      <a:prstDash val="solid"/>
                      <a:round/>
                      <a:headEnd type="none" w="med" len="med"/>
                      <a:tailEnd type="none" w="med" len="med"/>
                    </a:lnL>
                  </a:tcPr>
                </a:tc>
                <a:extLst>
                  <a:ext uri="{0D108BD9-81ED-4DB2-BD59-A6C34878D82A}">
                    <a16:rowId xmlns:a16="http://schemas.microsoft.com/office/drawing/2014/main" val="2829896302"/>
                  </a:ext>
                </a:extLst>
              </a:tr>
              <a:tr h="3160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mn-lt"/>
                          <a:ea typeface="+mn-ea"/>
                          <a:cs typeface="+mn-cs"/>
                        </a:rPr>
                        <a:t>Micro Certification</a:t>
                      </a: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latin typeface="+mn-lt"/>
                          <a:ea typeface="+mn-ea"/>
                          <a:cs typeface="+mn-cs"/>
                        </a:rPr>
                        <a:t>A certification based on a predefined trigger.</a:t>
                      </a:r>
                    </a:p>
                  </a:txBody>
                  <a:tcPr anchor="ctr">
                    <a:lnL w="12700" cap="flat" cmpd="sng" algn="ctr">
                      <a:solidFill>
                        <a:srgbClr val="E5E5E5"/>
                      </a:solidFill>
                      <a:prstDash val="solid"/>
                      <a:round/>
                      <a:headEnd type="none" w="med" len="med"/>
                      <a:tailEnd type="none" w="med" len="med"/>
                    </a:lnL>
                  </a:tcPr>
                </a:tc>
                <a:extLst>
                  <a:ext uri="{0D108BD9-81ED-4DB2-BD59-A6C34878D82A}">
                    <a16:rowId xmlns:a16="http://schemas.microsoft.com/office/drawing/2014/main" val="3358942787"/>
                  </a:ext>
                </a:extLst>
              </a:tr>
              <a:tr h="3160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mn-lt"/>
                          <a:ea typeface="+mn-ea"/>
                          <a:cs typeface="+mn-cs"/>
                        </a:rPr>
                        <a:t>Ad Hoc Certification</a:t>
                      </a: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solidFill>
                        <a:latin typeface="+mn-lt"/>
                        <a:ea typeface="+mn-ea"/>
                        <a:cs typeface="+mn-cs"/>
                      </a:endParaRPr>
                    </a:p>
                  </a:txBody>
                  <a:tcPr anchor="ctr">
                    <a:lnL w="12700" cap="flat" cmpd="sng" algn="ctr">
                      <a:solidFill>
                        <a:srgbClr val="E5E5E5"/>
                      </a:solidFill>
                      <a:prstDash val="solid"/>
                      <a:round/>
                      <a:headEnd type="none" w="med" len="med"/>
                      <a:tailEnd type="none" w="med" len="med"/>
                    </a:lnL>
                  </a:tcPr>
                </a:tc>
                <a:extLst>
                  <a:ext uri="{0D108BD9-81ED-4DB2-BD59-A6C34878D82A}">
                    <a16:rowId xmlns:a16="http://schemas.microsoft.com/office/drawing/2014/main" val="1406935596"/>
                  </a:ext>
                </a:extLst>
              </a:tr>
            </a:tbl>
          </a:graphicData>
        </a:graphic>
      </p:graphicFrame>
    </p:spTree>
    <p:extLst>
      <p:ext uri="{BB962C8B-B14F-4D97-AF65-F5344CB8AC3E}">
        <p14:creationId xmlns:p14="http://schemas.microsoft.com/office/powerpoint/2010/main" val="1140192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81ADC-C4FB-87EE-2E86-6A905349BD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94310-705C-7F57-F8E4-10037B71AA91}"/>
              </a:ext>
            </a:extLst>
          </p:cNvPr>
          <p:cNvSpPr>
            <a:spLocks noGrp="1"/>
          </p:cNvSpPr>
          <p:nvPr>
            <p:ph type="title"/>
          </p:nvPr>
        </p:nvSpPr>
        <p:spPr/>
        <p:txBody>
          <a:bodyPr/>
          <a:lstStyle/>
          <a:p>
            <a:r>
              <a:rPr lang="en-US" dirty="0"/>
              <a:t>Entra Access Reviews</a:t>
            </a:r>
          </a:p>
        </p:txBody>
      </p:sp>
      <p:graphicFrame>
        <p:nvGraphicFramePr>
          <p:cNvPr id="3" name="Table 2">
            <a:extLst>
              <a:ext uri="{FF2B5EF4-FFF2-40B4-BE49-F238E27FC236}">
                <a16:creationId xmlns:a16="http://schemas.microsoft.com/office/drawing/2014/main" id="{8772182A-7C28-8EB6-EBC2-0A3119CB9659}"/>
              </a:ext>
            </a:extLst>
          </p:cNvPr>
          <p:cNvGraphicFramePr>
            <a:graphicFrameLocks noGrp="1"/>
          </p:cNvGraphicFramePr>
          <p:nvPr>
            <p:extLst>
              <p:ext uri="{D42A27DB-BD31-4B8C-83A1-F6EECF244321}">
                <p14:modId xmlns:p14="http://schemas.microsoft.com/office/powerpoint/2010/main" val="3351949842"/>
              </p:ext>
            </p:extLst>
          </p:nvPr>
        </p:nvGraphicFramePr>
        <p:xfrm>
          <a:off x="998399" y="965200"/>
          <a:ext cx="10195200" cy="2179602"/>
        </p:xfrm>
        <a:graphic>
          <a:graphicData uri="http://schemas.openxmlformats.org/drawingml/2006/table">
            <a:tbl>
              <a:tblPr firstRow="1" bandRow="1">
                <a:tableStyleId>{0E3FDE45-AF77-4B5C-9715-49D594BDF05E}</a:tableStyleId>
              </a:tblPr>
              <a:tblGrid>
                <a:gridCol w="2197188">
                  <a:extLst>
                    <a:ext uri="{9D8B030D-6E8A-4147-A177-3AD203B41FA5}">
                      <a16:colId xmlns:a16="http://schemas.microsoft.com/office/drawing/2014/main" val="4040233277"/>
                    </a:ext>
                  </a:extLst>
                </a:gridCol>
                <a:gridCol w="7998012">
                  <a:extLst>
                    <a:ext uri="{9D8B030D-6E8A-4147-A177-3AD203B41FA5}">
                      <a16:colId xmlns:a16="http://schemas.microsoft.com/office/drawing/2014/main" val="953264680"/>
                    </a:ext>
                  </a:extLst>
                </a:gridCol>
              </a:tblGrid>
              <a:tr h="293850">
                <a:tc>
                  <a:txBody>
                    <a:bodyPr/>
                    <a:lstStyle/>
                    <a:p>
                      <a:pPr algn="ctr"/>
                      <a:r>
                        <a:rPr lang="en-US" sz="1400" dirty="0">
                          <a:solidFill>
                            <a:schemeClr val="bg1"/>
                          </a:solidFill>
                        </a:rPr>
                        <a:t>Entra IGA</a:t>
                      </a:r>
                    </a:p>
                  </a:txBody>
                  <a:tcPr>
                    <a:solidFill>
                      <a:schemeClr val="accent1"/>
                    </a:solidFill>
                  </a:tcPr>
                </a:tc>
                <a:tc>
                  <a:txBody>
                    <a:bodyPr/>
                    <a:lstStyle/>
                    <a:p>
                      <a:pPr algn="ctr"/>
                      <a:r>
                        <a:rPr lang="en-US" sz="1400" dirty="0">
                          <a:solidFill>
                            <a:schemeClr val="bg1"/>
                          </a:solidFill>
                        </a:rPr>
                        <a:t>Description</a:t>
                      </a:r>
                    </a:p>
                  </a:txBody>
                  <a:tcPr>
                    <a:solidFill>
                      <a:schemeClr val="accent1"/>
                    </a:solidFill>
                  </a:tcPr>
                </a:tc>
                <a:extLst>
                  <a:ext uri="{0D108BD9-81ED-4DB2-BD59-A6C34878D82A}">
                    <a16:rowId xmlns:a16="http://schemas.microsoft.com/office/drawing/2014/main" val="1511559285"/>
                  </a:ext>
                </a:extLst>
              </a:tr>
              <a:tr h="3428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mn-lt"/>
                          <a:ea typeface="+mn-ea"/>
                          <a:cs typeface="+mn-cs"/>
                        </a:rPr>
                        <a:t>Security Group Membership Reviews </a:t>
                      </a: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latin typeface="+mn-lt"/>
                          <a:ea typeface="+mn-ea"/>
                          <a:cs typeface="+mn-cs"/>
                        </a:rPr>
                        <a:t>Review of what users or groups have access to Entra Security Groups</a:t>
                      </a:r>
                    </a:p>
                  </a:txBody>
                  <a:tcPr anchor="ctr">
                    <a:lnL w="12700" cap="flat" cmpd="sng" algn="ctr">
                      <a:solidFill>
                        <a:srgbClr val="E5E5E5"/>
                      </a:solidFill>
                      <a:prstDash val="solid"/>
                      <a:round/>
                      <a:headEnd type="none" w="med" len="med"/>
                      <a:tailEnd type="none" w="med" len="med"/>
                    </a:lnL>
                  </a:tcPr>
                </a:tc>
                <a:extLst>
                  <a:ext uri="{0D108BD9-81ED-4DB2-BD59-A6C34878D82A}">
                    <a16:rowId xmlns:a16="http://schemas.microsoft.com/office/drawing/2014/main" val="2205219524"/>
                  </a:ext>
                </a:extLst>
              </a:tr>
              <a:tr h="3892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mn-lt"/>
                          <a:ea typeface="+mn-ea"/>
                          <a:cs typeface="+mn-cs"/>
                        </a:rPr>
                        <a:t>Application Membership Review</a:t>
                      </a: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latin typeface="+mn-lt"/>
                          <a:ea typeface="+mn-ea"/>
                          <a:cs typeface="+mn-cs"/>
                        </a:rPr>
                        <a:t>Review of what users or groups have access to Entra Connected Apps</a:t>
                      </a:r>
                    </a:p>
                  </a:txBody>
                  <a:tcPr anchor="ctr">
                    <a:lnL w="12700" cap="flat" cmpd="sng" algn="ctr">
                      <a:solidFill>
                        <a:srgbClr val="E5E5E5"/>
                      </a:solidFill>
                      <a:prstDash val="solid"/>
                      <a:round/>
                      <a:headEnd type="none" w="med" len="med"/>
                      <a:tailEnd type="none" w="med" len="med"/>
                    </a:lnL>
                  </a:tcPr>
                </a:tc>
                <a:extLst>
                  <a:ext uri="{0D108BD9-81ED-4DB2-BD59-A6C34878D82A}">
                    <a16:rowId xmlns:a16="http://schemas.microsoft.com/office/drawing/2014/main" val="2484537358"/>
                  </a:ext>
                </a:extLst>
              </a:tr>
              <a:tr h="6321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mn-lt"/>
                          <a:ea typeface="+mn-ea"/>
                          <a:cs typeface="+mn-cs"/>
                        </a:rPr>
                        <a:t>Entra/Azure Role Review</a:t>
                      </a: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latin typeface="+mn-lt"/>
                          <a:ea typeface="+mn-ea"/>
                          <a:cs typeface="+mn-cs"/>
                        </a:rPr>
                        <a:t>Using PIM (Privileged Identity Management) to review access to privileged roles. Role Campaign can be set for certain roles and be assigned to different types of reviewers. </a:t>
                      </a:r>
                    </a:p>
                  </a:txBody>
                  <a:tcPr anchor="ctr">
                    <a:lnL w="12700" cap="flat" cmpd="sng" algn="ctr">
                      <a:solidFill>
                        <a:srgbClr val="E5E5E5"/>
                      </a:solidFill>
                      <a:prstDash val="solid"/>
                      <a:round/>
                      <a:headEnd type="none" w="med" len="med"/>
                      <a:tailEnd type="none" w="med" len="med"/>
                    </a:lnL>
                  </a:tcPr>
                </a:tc>
                <a:extLst>
                  <a:ext uri="{0D108BD9-81ED-4DB2-BD59-A6C34878D82A}">
                    <a16:rowId xmlns:a16="http://schemas.microsoft.com/office/drawing/2014/main" val="2833131308"/>
                  </a:ext>
                </a:extLst>
              </a:tr>
              <a:tr h="3160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mn-lt"/>
                          <a:ea typeface="+mn-ea"/>
                          <a:cs typeface="+mn-cs"/>
                        </a:rPr>
                        <a:t>Access Package Membership Review </a:t>
                      </a:r>
                    </a:p>
                  </a:txBody>
                  <a:tcPr anchor="ctr">
                    <a:lnR w="12700" cap="flat" cmpd="sng" algn="ctr">
                      <a:solidFill>
                        <a:srgbClr val="E5E5E5"/>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latin typeface="+mn-lt"/>
                          <a:ea typeface="+mn-ea"/>
                          <a:cs typeface="+mn-cs"/>
                        </a:rPr>
                        <a:t>Review of what users require access to access package</a:t>
                      </a:r>
                    </a:p>
                  </a:txBody>
                  <a:tcPr anchor="ctr">
                    <a:lnL w="12700" cap="flat" cmpd="sng" algn="ctr">
                      <a:solidFill>
                        <a:srgbClr val="E5E5E5"/>
                      </a:solidFill>
                      <a:prstDash val="solid"/>
                      <a:round/>
                      <a:headEnd type="none" w="med" len="med"/>
                      <a:tailEnd type="none" w="med" len="med"/>
                    </a:lnL>
                  </a:tcPr>
                </a:tc>
                <a:extLst>
                  <a:ext uri="{0D108BD9-81ED-4DB2-BD59-A6C34878D82A}">
                    <a16:rowId xmlns:a16="http://schemas.microsoft.com/office/drawing/2014/main" val="2367299233"/>
                  </a:ext>
                </a:extLst>
              </a:tr>
            </a:tbl>
          </a:graphicData>
        </a:graphic>
      </p:graphicFrame>
    </p:spTree>
    <p:extLst>
      <p:ext uri="{BB962C8B-B14F-4D97-AF65-F5344CB8AC3E}">
        <p14:creationId xmlns:p14="http://schemas.microsoft.com/office/powerpoint/2010/main" val="3216622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ADV_TOP" val="493.4643"/>
  <p:tag name="ADV_LEFT" val="148.4791"/>
  <p:tag name="ADV_HEIGHT" val="14.54063"/>
  <p:tag name="ADV_WIDTH" val="364.0209"/>
  <p:tag name="ADV_COPYRIGHT" val="TRUE"/>
</p:tagLst>
</file>

<file path=ppt/tags/tag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xml><?xml version="1.0" encoding="utf-8"?>
<p:tagLst xmlns:a="http://schemas.openxmlformats.org/drawingml/2006/main" xmlns:r="http://schemas.openxmlformats.org/officeDocument/2006/relationships" xmlns:p="http://schemas.openxmlformats.org/presentationml/2006/main">
  <p:tag name="ADV_TOP" val="493.4643"/>
  <p:tag name="ADV_LEFT" val="148.4791"/>
  <p:tag name="ADV_HEIGHT" val="14.54063"/>
  <p:tag name="ADV_WIDTH" val="364.0209"/>
  <p:tag name="ADV_COPYRIGHT" val="TRUE"/>
</p:tagLst>
</file>

<file path=ppt/tags/tag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xml><?xml version="1.0" encoding="utf-8"?>
<p:tagLst xmlns:a="http://schemas.openxmlformats.org/drawingml/2006/main" xmlns:r="http://schemas.openxmlformats.org/officeDocument/2006/relationships" xmlns:p="http://schemas.openxmlformats.org/presentationml/2006/main">
  <p:tag name="ADV_TOP" val="493.4643"/>
  <p:tag name="ADV_LEFT" val="148.4791"/>
  <p:tag name="ADV_HEIGHT" val="14.54063"/>
  <p:tag name="ADV_WIDTH" val="364.0209"/>
  <p:tag name="ADV_COPYRIGHT" val="TRUE"/>
</p:tagLst>
</file>

<file path=ppt/tags/tag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8.xml><?xml version="1.0" encoding="utf-8"?>
<p:tagLst xmlns:a="http://schemas.openxmlformats.org/drawingml/2006/main" xmlns:r="http://schemas.openxmlformats.org/officeDocument/2006/relationships" xmlns:p="http://schemas.openxmlformats.org/presentationml/2006/main">
  <p:tag name="ADV_TOP" val="493.4643"/>
  <p:tag name="ADV_LEFT" val="148.4791"/>
  <p:tag name="ADV_HEIGHT" val="14.54063"/>
  <p:tag name="ADV_WIDTH" val="364.0209"/>
  <p:tag name="ADV_COPYRIGHT" val="TRUE"/>
</p:tagLst>
</file>

<file path=ppt/tags/tag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0.xml><?xml version="1.0" encoding="utf-8"?>
<p:tagLst xmlns:a="http://schemas.openxmlformats.org/drawingml/2006/main" xmlns:r="http://schemas.openxmlformats.org/officeDocument/2006/relationships" xmlns:p="http://schemas.openxmlformats.org/presentationml/2006/main">
  <p:tag name="ADV_TOP" val="493.4643"/>
  <p:tag name="ADV_LEFT" val="148.4791"/>
  <p:tag name="ADV_HEIGHT" val="14.54063"/>
  <p:tag name="ADV_WIDTH" val="364.0209"/>
  <p:tag name="ADV_COPYRIGHT" val="TRUE"/>
</p:tagLst>
</file>

<file path=ppt/tags/tag11.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2.xml><?xml version="1.0" encoding="utf-8"?>
<p:tagLst xmlns:a="http://schemas.openxmlformats.org/drawingml/2006/main" xmlns:r="http://schemas.openxmlformats.org/officeDocument/2006/relationships" xmlns:p="http://schemas.openxmlformats.org/presentationml/2006/main">
  <p:tag name="ADV_TOP" val="493.4643"/>
  <p:tag name="ADV_LEFT" val="148.4791"/>
  <p:tag name="ADV_HEIGHT" val="14.54063"/>
  <p:tag name="ADV_WIDTH" val="364.0209"/>
  <p:tag name="ADV_COPYRIGHT" val="TRUE"/>
</p:tagLst>
</file>

<file path=ppt/tags/tag1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4.xml><?xml version="1.0" encoding="utf-8"?>
<p:tagLst xmlns:a="http://schemas.openxmlformats.org/drawingml/2006/main" xmlns:r="http://schemas.openxmlformats.org/officeDocument/2006/relationships" xmlns:p="http://schemas.openxmlformats.org/presentationml/2006/main">
  <p:tag name="ADV_TOP" val="493.4643"/>
  <p:tag name="ADV_LEFT" val="148.4791"/>
  <p:tag name="ADV_HEIGHT" val="14.54063"/>
  <p:tag name="ADV_WIDTH" val="364.0209"/>
  <p:tag name="ADV_COPYRIGHT" val="TRUE"/>
</p:tagLst>
</file>

<file path=ppt/tags/tag1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6.xml><?xml version="1.0" encoding="utf-8"?>
<p:tagLst xmlns:a="http://schemas.openxmlformats.org/drawingml/2006/main" xmlns:r="http://schemas.openxmlformats.org/officeDocument/2006/relationships" xmlns:p="http://schemas.openxmlformats.org/presentationml/2006/main">
  <p:tag name="ADV_TOP" val="493.4643"/>
  <p:tag name="ADV_LEFT" val="148.4791"/>
  <p:tag name="ADV_HEIGHT" val="14.54063"/>
  <p:tag name="ADV_WIDTH" val="364.0209"/>
  <p:tag name="ADV_COPYRIGHT" val="TRUE"/>
</p:tagLst>
</file>

<file path=ppt/tags/tag1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9.xml><?xml version="1.0" encoding="utf-8"?>
<p:tagLst xmlns:a="http://schemas.openxmlformats.org/drawingml/2006/main" xmlns:r="http://schemas.openxmlformats.org/officeDocument/2006/relationships" xmlns:p="http://schemas.openxmlformats.org/presentationml/2006/main">
  <p:tag name="ADV_TOP" val="493.4643"/>
  <p:tag name="ADV_LEFT" val="148.4791"/>
  <p:tag name="ADV_HEIGHT" val="14.54063"/>
  <p:tag name="ADV_WIDTH" val="364.0209"/>
  <p:tag name="ADV_COPYRIGHT" val="TRUE"/>
</p:tagLst>
</file>

<file path=ppt/tags/tag2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1.xml><?xml version="1.0" encoding="utf-8"?>
<p:tagLst xmlns:a="http://schemas.openxmlformats.org/drawingml/2006/main" xmlns:r="http://schemas.openxmlformats.org/officeDocument/2006/relationships" xmlns:p="http://schemas.openxmlformats.org/presentationml/2006/main">
  <p:tag name="ADV_TOP" val="493.4643"/>
  <p:tag name="ADV_LEFT" val="148.4791"/>
  <p:tag name="ADV_HEIGHT" val="14.54063"/>
  <p:tag name="ADV_WIDTH" val="364.0209"/>
  <p:tag name="ADV_COPYRIGHT" val="TRUE"/>
</p:tagLst>
</file>

<file path=ppt/tags/tag2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3.xml><?xml version="1.0" encoding="utf-8"?>
<p:tagLst xmlns:a="http://schemas.openxmlformats.org/drawingml/2006/main" xmlns:r="http://schemas.openxmlformats.org/officeDocument/2006/relationships" xmlns:p="http://schemas.openxmlformats.org/presentationml/2006/main">
  <p:tag name="ADV_TOP" val="493.4643"/>
  <p:tag name="ADV_LEFT" val="148.4791"/>
  <p:tag name="ADV_HEIGHT" val="14.54063"/>
  <p:tag name="ADV_WIDTH" val="364.0209"/>
  <p:tag name="ADV_COPYRIGHT" val="TRUE"/>
</p:tagLst>
</file>

<file path=ppt/tags/tag2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5.xml><?xml version="1.0" encoding="utf-8"?>
<p:tagLst xmlns:a="http://schemas.openxmlformats.org/drawingml/2006/main" xmlns:r="http://schemas.openxmlformats.org/officeDocument/2006/relationships" xmlns:p="http://schemas.openxmlformats.org/presentationml/2006/main">
  <p:tag name="ADV_TOP" val="493.4643"/>
  <p:tag name="ADV_LEFT" val="148.4791"/>
  <p:tag name="ADV_HEIGHT" val="14.54063"/>
  <p:tag name="ADV_WIDTH" val="364.0209"/>
  <p:tag name="ADV_COPYRIGHT" val="TRUE"/>
</p:tagLst>
</file>

<file path=ppt/tags/tag2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7.xml><?xml version="1.0" encoding="utf-8"?>
<p:tagLst xmlns:a="http://schemas.openxmlformats.org/drawingml/2006/main" xmlns:r="http://schemas.openxmlformats.org/officeDocument/2006/relationships" xmlns:p="http://schemas.openxmlformats.org/presentationml/2006/main">
  <p:tag name="ADV_TOP" val="493.4643"/>
  <p:tag name="ADV_LEFT" val="148.4791"/>
  <p:tag name="ADV_HEIGHT" val="14.54063"/>
  <p:tag name="ADV_WIDTH" val="364.0209"/>
  <p:tag name="ADV_COPYRIGHT" val="TRUE"/>
</p:tagLst>
</file>

<file path=ppt/tags/tag2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9.xml><?xml version="1.0" encoding="utf-8"?>
<p:tagLst xmlns:a="http://schemas.openxmlformats.org/drawingml/2006/main" xmlns:r="http://schemas.openxmlformats.org/officeDocument/2006/relationships" xmlns:p="http://schemas.openxmlformats.org/presentationml/2006/main">
  <p:tag name="ADV_TOP" val="493.4643"/>
  <p:tag name="ADV_LEFT" val="148.4791"/>
  <p:tag name="ADV_HEIGHT" val="14.54063"/>
  <p:tag name="ADV_WIDTH" val="364.0209"/>
  <p:tag name="ADV_COPYRIGHT" val="TRUE"/>
</p:tagLst>
</file>

<file path=ppt/theme/theme1.xml><?xml version="1.0" encoding="utf-8"?>
<a:theme xmlns:a="http://schemas.openxmlformats.org/drawingml/2006/main" name="7_KPMG Widescreen [16:9] Feb 2022">
  <a:themeElements>
    <a:clrScheme name="KPMG_MAR">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Presentation2" id="{6F9D073B-8B7E-4CCD-B454-11736666544F}" vid="{CB0E54E2-5236-4DAF-8398-713F6E87C91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AB074D22095948AA378C05A32C37B8" ma:contentTypeVersion="24" ma:contentTypeDescription="Create a new document." ma:contentTypeScope="" ma:versionID="d6c7145a046c93cd5c8b0a48c97741a6">
  <xsd:schema xmlns:xsd="http://www.w3.org/2001/XMLSchema" xmlns:xs="http://www.w3.org/2001/XMLSchema" xmlns:p="http://schemas.microsoft.com/office/2006/metadata/properties" xmlns:ns1="http://schemas.microsoft.com/sharepoint/v3" xmlns:ns2="88948996-81a5-472c-8f5c-7211310f6e9e" xmlns:ns3="67831e06-8e9a-43ca-9a9b-bd0bdf9e1f3e" xmlns:ns4="4243d5be-521d-4052-81ca-f0f31ea6f2da" targetNamespace="http://schemas.microsoft.com/office/2006/metadata/properties" ma:root="true" ma:fieldsID="f19955db21d90dcec93cb0f023610603" ns1:_="" ns2:_="" ns3:_="" ns4:_="">
    <xsd:import namespace="http://schemas.microsoft.com/sharepoint/v3"/>
    <xsd:import namespace="88948996-81a5-472c-8f5c-7211310f6e9e"/>
    <xsd:import namespace="67831e06-8e9a-43ca-9a9b-bd0bdf9e1f3e"/>
    <xsd:import namespace="4243d5be-521d-4052-81ca-f0f31ea6f2da"/>
    <xsd:element name="properties">
      <xsd:complexType>
        <xsd:sequence>
          <xsd:element name="documentManagement">
            <xsd:complexType>
              <xsd:all>
                <xsd:element ref="ns2:BestExamples" minOccurs="0"/>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Location" minOccurs="0"/>
                <xsd:element ref="ns2:MediaServiceObjectDetectorVersions" minOccurs="0"/>
                <xsd:element ref="ns2:MediaServiceSearchProperties" minOccurs="0"/>
                <xsd:element ref="ns2:ProjectType" minOccurs="0"/>
                <xsd:element ref="ns1:_ip_UnifiedCompliancePolicyProperties" minOccurs="0"/>
                <xsd:element ref="ns1:_ip_UnifiedCompliancePolicyUIAc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8948996-81a5-472c-8f5c-7211310f6e9e" elementFormDefault="qualified">
    <xsd:import namespace="http://schemas.microsoft.com/office/2006/documentManagement/types"/>
    <xsd:import namespace="http://schemas.microsoft.com/office/infopath/2007/PartnerControls"/>
    <xsd:element name="BestExamples" ma:index="3" nillable="true" ma:displayName="Best Examples" ma:format="RadioButtons" ma:internalName="BestExamples">
      <xsd:simpleType>
        <xsd:restriction base="dms:Choice">
          <xsd:enumeration value="Best"/>
        </xsd:restriction>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Tags" ma:hidden="true" ma:internalName="MediaServiceAutoTags" ma:readOnly="true">
      <xsd:simpleType>
        <xsd:restriction base="dms:Text"/>
      </xsd:simpleType>
    </xsd:element>
    <xsd:element name="MediaServiceOCR" ma:index="14" nillable="true" ma:displayName="Extracted Text" ma:hidden="true" ma:internalName="MediaServiceOCR"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hidden="true"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hidden="true" ma:internalName="MediaServiceKeyPoints" ma:readOnly="true">
      <xsd:simpleType>
        <xsd:restriction base="dms:Note"/>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hidden="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ProjectType" ma:index="27" nillable="true" ma:displayName="Project Type" ma:format="Dropdown" ma:internalName="ProjectType">
      <xsd:complexType>
        <xsd:complexContent>
          <xsd:extension base="dms:MultiChoiceFillIn">
            <xsd:sequence>
              <xsd:element name="Value" maxOccurs="unbounded" minOccurs="0" nillable="true">
                <xsd:simpleType>
                  <xsd:union memberTypes="dms:Text">
                    <xsd:simpleType>
                      <xsd:restriction base="dms:Choice">
                        <xsd:enumeration value="Policy/Compliance"/>
                        <xsd:enumeration value="Risk Management"/>
                        <xsd:enumeration value="TPRM"/>
                        <xsd:enumeration value="Platform Implementation"/>
                        <xsd:enumeration value="ServiceNow"/>
                        <xsd:enumeration value="OneTrust"/>
                        <xsd:enumeration value="Issue Management"/>
                        <xsd:enumeration value="BCM"/>
                        <xsd:enumeration value="Audit"/>
                      </xsd:restriction>
                    </xsd:simpleType>
                  </xsd:union>
                </xsd:simpleType>
              </xsd:element>
            </xsd:sequence>
          </xsd:extension>
        </xsd:complexContent>
      </xsd:complex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7831e06-8e9a-43ca-9a9b-bd0bdf9e1f3e" elementFormDefault="qualified">
    <xsd:import namespace="http://schemas.microsoft.com/office/2006/documentManagement/types"/>
    <xsd:import namespace="http://schemas.microsoft.com/office/infopath/2007/PartnerControls"/>
    <xsd:element name="SharedWithUsers" ma:index="11"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243d5be-521d-4052-81ca-f0f31ea6f2da"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be23bfb-8848-44c2-88b6-d9107105ccec}" ma:internalName="TaxCatchAll" ma:readOnly="false" ma:showField="CatchAllData" ma:web="67831e06-8e9a-43ca-9a9b-bd0bdf9e1f3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ProjectType xmlns="88948996-81a5-472c-8f5c-7211310f6e9e" xsi:nil="true"/>
    <_ip_UnifiedCompliancePolicyProperties xmlns="http://schemas.microsoft.com/sharepoint/v3" xsi:nil="true"/>
    <BestExamples xmlns="88948996-81a5-472c-8f5c-7211310f6e9e" xsi:nil="true"/>
    <lcf76f155ced4ddcb4097134ff3c332f xmlns="88948996-81a5-472c-8f5c-7211310f6e9e">
      <Terms xmlns="http://schemas.microsoft.com/office/infopath/2007/PartnerControls"/>
    </lcf76f155ced4ddcb4097134ff3c332f>
    <TaxCatchAll xmlns="4243d5be-521d-4052-81ca-f0f31ea6f2da" xsi:nil="true"/>
  </documentManagement>
</p:properties>
</file>

<file path=customXml/itemProps1.xml><?xml version="1.0" encoding="utf-8"?>
<ds:datastoreItem xmlns:ds="http://schemas.openxmlformats.org/officeDocument/2006/customXml" ds:itemID="{C2552C9D-D433-4F37-BB74-1F5FCC3592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88948996-81a5-472c-8f5c-7211310f6e9e"/>
    <ds:schemaRef ds:uri="67831e06-8e9a-43ca-9a9b-bd0bdf9e1f3e"/>
    <ds:schemaRef ds:uri="4243d5be-521d-4052-81ca-f0f31ea6f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F513361-6510-4815-8FBD-A868EAA60DC2}">
  <ds:schemaRefs>
    <ds:schemaRef ds:uri="http://schemas.microsoft.com/sharepoint/v3/contenttype/forms"/>
  </ds:schemaRefs>
</ds:datastoreItem>
</file>

<file path=customXml/itemProps3.xml><?xml version="1.0" encoding="utf-8"?>
<ds:datastoreItem xmlns:ds="http://schemas.openxmlformats.org/officeDocument/2006/customXml" ds:itemID="{DB32B847-FDC2-48C2-B620-2C5C346061D2}">
  <ds:schemaRefs>
    <ds:schemaRef ds:uri="http://purl.org/dc/elements/1.1/"/>
    <ds:schemaRef ds:uri="http://purl.org/dc/terms/"/>
    <ds:schemaRef ds:uri="88948996-81a5-472c-8f5c-7211310f6e9e"/>
    <ds:schemaRef ds:uri="http://www.w3.org/XML/1998/namespace"/>
    <ds:schemaRef ds:uri="67831e06-8e9a-43ca-9a9b-bd0bdf9e1f3e"/>
    <ds:schemaRef ds:uri="http://schemas.microsoft.com/office/infopath/2007/PartnerControls"/>
    <ds:schemaRef ds:uri="http://schemas.microsoft.com/sharepoint/v3"/>
    <ds:schemaRef ds:uri="http://purl.org/dc/dcmitype/"/>
    <ds:schemaRef ds:uri="http://schemas.microsoft.com/office/2006/documentManagement/types"/>
    <ds:schemaRef ds:uri="http://schemas.openxmlformats.org/package/2006/metadata/core-properties"/>
    <ds:schemaRef ds:uri="4243d5be-521d-4052-81ca-f0f31ea6f2da"/>
    <ds:schemaRef ds:uri="http://schemas.microsoft.com/office/2006/metadata/properties"/>
  </ds:schemaRefs>
</ds:datastoreItem>
</file>

<file path=docMetadata/LabelInfo.xml><?xml version="1.0" encoding="utf-8"?>
<clbl:labelList xmlns:clbl="http://schemas.microsoft.com/office/2020/mipLabelMetadata">
  <clbl:label id="{deff24bb-2089-4400-8c8e-f71e680378b2}" enabled="0" method="" siteId="{deff24bb-2089-4400-8c8e-f71e680378b2}" removed="1"/>
</clbl:labelList>
</file>

<file path=docProps/app.xml><?xml version="1.0" encoding="utf-8"?>
<Properties xmlns="http://schemas.openxmlformats.org/officeDocument/2006/extended-properties" xmlns:vt="http://schemas.openxmlformats.org/officeDocument/2006/docPropsVTypes">
  <TotalTime>53</TotalTime>
  <Words>568</Words>
  <Application>Microsoft Office PowerPoint</Application>
  <PresentationFormat>Widescreen</PresentationFormat>
  <Paragraphs>63</Paragraphs>
  <Slides>5</Slides>
  <Notes>0</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9" baseType="lpstr">
      <vt:lpstr>Arial</vt:lpstr>
      <vt:lpstr>KPMG Bold</vt:lpstr>
      <vt:lpstr>7_KPMG Widescreen [16:9] Feb 2022</vt:lpstr>
      <vt:lpstr>think-cell Slide</vt:lpstr>
      <vt:lpstr>Access Reviews amongst Leaders in IGA</vt:lpstr>
      <vt:lpstr>Access Review Comparisons </vt:lpstr>
      <vt:lpstr>SailPoint Access Reviews</vt:lpstr>
      <vt:lpstr>Saviynt Access Reviews</vt:lpstr>
      <vt:lpstr>Entra Access Reviews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Bloesch, Troy</dc:creator>
  <cp:lastModifiedBy>Bloesch, Troy</cp:lastModifiedBy>
  <cp:revision>1</cp:revision>
  <dcterms:created xsi:type="dcterms:W3CDTF">2025-08-13T14:53:07Z</dcterms:created>
  <dcterms:modified xsi:type="dcterms:W3CDTF">2025-08-13T15:46:33Z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0x0101008EAB074D22095948AA378C05A32C37B8</vt:lpwstr>
  </property>
  <property fmtid="{D5CDD505-2E9C-101B-9397-08002B2CF9AE}" pid="3" name="MediaServiceImageTags">
    <vt:lpwstr/>
  </property>
</Properties>
</file>